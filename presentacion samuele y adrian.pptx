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8288000" cy="10287000"/>
  <p:notesSz cx="6858000" cy="9144000"/>
  <p:embeddedFontLst>
    <p:embeddedFont>
      <p:font typeface="Bahir" charset="1" panose="02000600000000000000"/>
      <p:regular r:id="rId17"/>
    </p:embeddedFont>
    <p:embeddedFont>
      <p:font typeface="Open Sauce Bold" charset="1" panose="00000800000000000000"/>
      <p:regular r:id="rId18"/>
    </p:embeddedFont>
    <p:embeddedFont>
      <p:font typeface="Noto Sans Arabic" charset="1" panose="020B0502040504020204"/>
      <p:regular r:id="rId19"/>
    </p:embeddedFont>
    <p:embeddedFont>
      <p:font typeface="Noto Sans" charset="1" panose="020B0502040504020204"/>
      <p:regular r:id="rId20"/>
    </p:embeddedFont>
    <p:embeddedFont>
      <p:font typeface="Open Sauce" charset="1" panose="00000500000000000000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4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svg" Type="http://schemas.openxmlformats.org/officeDocument/2006/relationships/image"/><Relationship Id="rId4" Target="../media/image10.png" Type="http://schemas.openxmlformats.org/officeDocument/2006/relationships/image"/><Relationship Id="rId5" Target="../media/image11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13.svg" Type="http://schemas.openxmlformats.org/officeDocument/2006/relationships/image"/><Relationship Id="rId4" Target="../media/image14.png" Type="http://schemas.openxmlformats.org/officeDocument/2006/relationships/image"/><Relationship Id="rId5" Target="../media/image15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png" Type="http://schemas.openxmlformats.org/officeDocument/2006/relationships/image"/><Relationship Id="rId3" Target="../media/image17.png" Type="http://schemas.openxmlformats.org/officeDocument/2006/relationships/image"/><Relationship Id="rId4" Target="../media/image18.png" Type="http://schemas.openxmlformats.org/officeDocument/2006/relationships/image"/><Relationship Id="rId5" Target="../media/image19.svg" Type="http://schemas.openxmlformats.org/officeDocument/2006/relationships/image"/><Relationship Id="rId6" Target="../media/image20.png" Type="http://schemas.openxmlformats.org/officeDocument/2006/relationships/image"/><Relationship Id="rId7" Target="../media/image21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2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E100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1704661"/>
            <a:ext cx="18288000" cy="6877688"/>
            <a:chOff x="0" y="0"/>
            <a:chExt cx="24384000" cy="917025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9170289"/>
            </a:xfrm>
            <a:custGeom>
              <a:avLst/>
              <a:gdLst/>
              <a:ahLst/>
              <a:cxnLst/>
              <a:rect r="r" b="b" t="t" l="l"/>
              <a:pathLst>
                <a:path h="9170289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9170289"/>
                  </a:lnTo>
                  <a:lnTo>
                    <a:pt x="0" y="91702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24785" r="-42" b="-24823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3720189" y="1816379"/>
            <a:ext cx="11367364" cy="67733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923"/>
              </a:lnSpc>
            </a:pPr>
            <a:r>
              <a:rPr lang="en-US" sz="23516">
                <a:solidFill>
                  <a:srgbClr val="E3DBCD"/>
                </a:solidFill>
                <a:latin typeface="Bahir"/>
                <a:ea typeface="Bahir"/>
                <a:cs typeface="Bahir"/>
                <a:sym typeface="Bahir"/>
              </a:rPr>
              <a:t>SOSTENIBILIDAD</a:t>
            </a:r>
          </a:p>
          <a:p>
            <a:pPr algn="ctr">
              <a:lnSpc>
                <a:spcPts val="2379"/>
              </a:lnSpc>
            </a:pPr>
            <a:r>
              <a:rPr lang="en-US" b="true" sz="1699">
                <a:solidFill>
                  <a:srgbClr val="E3DBCD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PRESENTADO POR : ADRIÁN Y SAMUELE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E100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0" y="0"/>
            <a:ext cx="9144000" cy="10287000"/>
            <a:chOff x="0" y="0"/>
            <a:chExt cx="12192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192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2192000">
                  <a:moveTo>
                    <a:pt x="0" y="0"/>
                  </a:moveTo>
                  <a:lnTo>
                    <a:pt x="12192000" y="0"/>
                  </a:lnTo>
                  <a:lnTo>
                    <a:pt x="12192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5000"/>
              </a:blip>
              <a:stretch>
                <a:fillRect l="-32690" t="-2664" r="-44814" b="-2523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614058" y="-1129198"/>
            <a:ext cx="4519927" cy="51155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936"/>
              </a:lnSpc>
            </a:pPr>
            <a:r>
              <a:rPr lang="en-US" sz="20669">
                <a:solidFill>
                  <a:srgbClr val="E3DBCD"/>
                </a:solidFill>
                <a:latin typeface="Bahir"/>
                <a:ea typeface="Bahir"/>
                <a:cs typeface="Bahir"/>
                <a:sym typeface="Bahir"/>
              </a:rPr>
              <a:t>ÍNDICE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504684" y="3603136"/>
            <a:ext cx="81810" cy="4000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99"/>
              </a:lnSpc>
            </a:pPr>
            <a:r>
              <a:rPr lang="en-US" b="true" sz="2356">
                <a:solidFill>
                  <a:srgbClr val="E3DBCD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14058" y="3603136"/>
            <a:ext cx="4772406" cy="4000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99"/>
              </a:lnSpc>
            </a:pPr>
            <a:r>
              <a:rPr lang="en-US" b="true" sz="2356">
                <a:solidFill>
                  <a:srgbClr val="E3DBCD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Introduccióna la sostenibilidad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14058" y="4034771"/>
            <a:ext cx="7563555" cy="33898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8"/>
              </a:lnSpc>
            </a:pPr>
            <a:r>
              <a:rPr lang="en-US" b="true" sz="2356">
                <a:solidFill>
                  <a:srgbClr val="E3DBCD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Sostenibilidad y desarrollosostenible</a:t>
            </a:r>
          </a:p>
          <a:p>
            <a:pPr algn="l">
              <a:lnSpc>
                <a:spcPts val="3848"/>
              </a:lnSpc>
            </a:pPr>
            <a:r>
              <a:rPr lang="en-US" b="true" sz="2356">
                <a:solidFill>
                  <a:srgbClr val="E3DBCD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Evolución históricay Agenda2030</a:t>
            </a:r>
          </a:p>
          <a:p>
            <a:pPr algn="l">
              <a:lnSpc>
                <a:spcPts val="3848"/>
              </a:lnSpc>
            </a:pPr>
            <a:r>
              <a:rPr lang="en-US" b="true" sz="2356">
                <a:solidFill>
                  <a:srgbClr val="E3DBCD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Objetivos de Desarrollo Sostenible(ODS)</a:t>
            </a:r>
          </a:p>
          <a:p>
            <a:pPr algn="l">
              <a:lnSpc>
                <a:spcPts val="3848"/>
              </a:lnSpc>
            </a:pPr>
            <a:r>
              <a:rPr lang="en-US" b="true" sz="2356">
                <a:solidFill>
                  <a:srgbClr val="E3DBCD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Los criterios ASG en la empresa</a:t>
            </a:r>
          </a:p>
          <a:p>
            <a:pPr algn="l">
              <a:lnSpc>
                <a:spcPts val="3848"/>
              </a:lnSpc>
            </a:pPr>
            <a:r>
              <a:rPr lang="en-US" b="true" sz="2356">
                <a:solidFill>
                  <a:srgbClr val="E3DBCD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Cómo medir el desempeño sostenible Sostenibilidad en el desarrollo de software (DAM) Conclusiones y repaso final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E100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3533" cy="10287000"/>
            <a:chOff x="0" y="0"/>
            <a:chExt cx="24378044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78031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78031">
                  <a:moveTo>
                    <a:pt x="0" y="0"/>
                  </a:moveTo>
                  <a:lnTo>
                    <a:pt x="24378031" y="0"/>
                  </a:lnTo>
                  <a:lnTo>
                    <a:pt x="24378031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9313" r="0" b="-9436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2380859" y="66770"/>
            <a:ext cx="11723160" cy="48925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66"/>
              </a:lnSpc>
            </a:pPr>
            <a:r>
              <a:rPr lang="en-US" sz="20669">
                <a:solidFill>
                  <a:srgbClr val="E3DBCD"/>
                </a:solidFill>
                <a:latin typeface="Bahir"/>
                <a:ea typeface="Bahir"/>
                <a:cs typeface="Bahir"/>
                <a:sym typeface="Bahir"/>
              </a:rPr>
              <a:t>INTRODUCCIÓN A LA SOSTENIBILIDAD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E100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6979177" cy="10287000"/>
            <a:chOff x="0" y="0"/>
            <a:chExt cx="9305569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305544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9305544">
                  <a:moveTo>
                    <a:pt x="0" y="0"/>
                  </a:moveTo>
                  <a:lnTo>
                    <a:pt x="9305544" y="0"/>
                  </a:lnTo>
                  <a:lnTo>
                    <a:pt x="9305544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85303" t="0" r="-76791" b="-129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7965281" y="5143500"/>
            <a:ext cx="10319147" cy="4114800"/>
            <a:chOff x="0" y="0"/>
            <a:chExt cx="13758862" cy="54864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3758799" cy="5486400"/>
            </a:xfrm>
            <a:custGeom>
              <a:avLst/>
              <a:gdLst/>
              <a:ahLst/>
              <a:cxnLst/>
              <a:rect r="r" b="b" t="t" l="l"/>
              <a:pathLst>
                <a:path h="5486400" w="13758799">
                  <a:moveTo>
                    <a:pt x="0" y="0"/>
                  </a:moveTo>
                  <a:lnTo>
                    <a:pt x="13758799" y="0"/>
                  </a:lnTo>
                  <a:lnTo>
                    <a:pt x="13758799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33698" r="0" b="-33879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7372588" y="548135"/>
            <a:ext cx="10846832" cy="34001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1324"/>
              </a:lnSpc>
            </a:pPr>
            <a:r>
              <a:rPr lang="en-US" sz="14370">
                <a:solidFill>
                  <a:srgbClr val="E3DBCD"/>
                </a:solidFill>
                <a:latin typeface="Bahir"/>
                <a:ea typeface="Bahir"/>
                <a:cs typeface="Bahir"/>
                <a:sym typeface="Bahir"/>
              </a:rPr>
              <a:t>SOSTENIBILIDAD Y DESARROLLO SOSTENIBLE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E100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14350" y="246859"/>
            <a:ext cx="17259300" cy="9403328"/>
            <a:chOff x="0" y="0"/>
            <a:chExt cx="23012400" cy="1253777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012400" cy="12537821"/>
            </a:xfrm>
            <a:custGeom>
              <a:avLst/>
              <a:gdLst/>
              <a:ahLst/>
              <a:cxnLst/>
              <a:rect r="r" b="b" t="t" l="l"/>
              <a:pathLst>
                <a:path h="12537821" w="23012400">
                  <a:moveTo>
                    <a:pt x="0" y="0"/>
                  </a:moveTo>
                  <a:lnTo>
                    <a:pt x="23012400" y="0"/>
                  </a:lnTo>
                  <a:lnTo>
                    <a:pt x="23012400" y="12537821"/>
                  </a:lnTo>
                  <a:lnTo>
                    <a:pt x="0" y="125378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11181" r="-26" b="-11083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1138447" y="462458"/>
            <a:ext cx="16084458" cy="48927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266"/>
              </a:lnSpc>
            </a:pPr>
            <a:r>
              <a:rPr lang="en-US" sz="20669">
                <a:solidFill>
                  <a:srgbClr val="E3DBCD"/>
                </a:solidFill>
                <a:latin typeface="Bahir"/>
                <a:ea typeface="Bahir"/>
                <a:cs typeface="Bahir"/>
                <a:sym typeface="Bahir"/>
              </a:rPr>
              <a:t>EVOLUCIÓN HISTÓRICA Y AGENDA 2030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E100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851063" y="0"/>
            <a:ext cx="5436937" cy="10284285"/>
            <a:chOff x="0" y="0"/>
            <a:chExt cx="7249249" cy="137123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249287" cy="13712317"/>
            </a:xfrm>
            <a:custGeom>
              <a:avLst/>
              <a:gdLst/>
              <a:ahLst/>
              <a:cxnLst/>
              <a:rect r="r" b="b" t="t" l="l"/>
              <a:pathLst>
                <a:path h="13712317" w="7249287">
                  <a:moveTo>
                    <a:pt x="0" y="0"/>
                  </a:moveTo>
                  <a:lnTo>
                    <a:pt x="7249287" y="0"/>
                  </a:lnTo>
                  <a:lnTo>
                    <a:pt x="7249287" y="13712317"/>
                  </a:lnTo>
                  <a:lnTo>
                    <a:pt x="0" y="137123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0974" t="-26" r="-15189" b="-22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325536" y="361445"/>
            <a:ext cx="12571009" cy="36958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300"/>
              </a:lnSpc>
            </a:pPr>
            <a:r>
              <a:rPr lang="en-US" sz="15570">
                <a:solidFill>
                  <a:srgbClr val="E3DBCD"/>
                </a:solidFill>
                <a:latin typeface="Bahir"/>
                <a:ea typeface="Bahir"/>
                <a:cs typeface="Bahir"/>
                <a:sym typeface="Bahir"/>
              </a:rPr>
              <a:t>OBJETIVOS DE DESARROLLO SOSTENIBLE (ODS)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E100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928623" y="4103989"/>
            <a:ext cx="2962018" cy="3136849"/>
            <a:chOff x="0" y="0"/>
            <a:chExt cx="2962021" cy="313684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63622" y="1956310"/>
              <a:ext cx="2788770" cy="1117093"/>
            </a:xfrm>
            <a:custGeom>
              <a:avLst/>
              <a:gdLst/>
              <a:ahLst/>
              <a:cxnLst/>
              <a:rect r="r" b="b" t="t" l="l"/>
              <a:pathLst>
                <a:path h="1117093" w="2788770">
                  <a:moveTo>
                    <a:pt x="964951" y="85217"/>
                  </a:moveTo>
                  <a:cubicBezTo>
                    <a:pt x="977524" y="85217"/>
                    <a:pt x="990224" y="86868"/>
                    <a:pt x="1002543" y="90297"/>
                  </a:cubicBezTo>
                  <a:lnTo>
                    <a:pt x="1785117" y="302895"/>
                  </a:lnTo>
                  <a:cubicBezTo>
                    <a:pt x="1813438" y="310515"/>
                    <a:pt x="1837187" y="328676"/>
                    <a:pt x="1852046" y="353949"/>
                  </a:cubicBezTo>
                  <a:cubicBezTo>
                    <a:pt x="1866905" y="379222"/>
                    <a:pt x="1871223" y="408687"/>
                    <a:pt x="1864365" y="437135"/>
                  </a:cubicBezTo>
                  <a:cubicBezTo>
                    <a:pt x="1857253" y="466344"/>
                    <a:pt x="1839092" y="490856"/>
                    <a:pt x="1813438" y="506222"/>
                  </a:cubicBezTo>
                  <a:cubicBezTo>
                    <a:pt x="1795912" y="516763"/>
                    <a:pt x="1776227" y="522225"/>
                    <a:pt x="1756161" y="522225"/>
                  </a:cubicBezTo>
                  <a:cubicBezTo>
                    <a:pt x="1746890" y="522225"/>
                    <a:pt x="1737619" y="521082"/>
                    <a:pt x="1728348" y="518669"/>
                  </a:cubicBezTo>
                  <a:lnTo>
                    <a:pt x="1260353" y="399416"/>
                  </a:lnTo>
                  <a:cubicBezTo>
                    <a:pt x="1256797" y="398526"/>
                    <a:pt x="1253241" y="398146"/>
                    <a:pt x="1249812" y="398146"/>
                  </a:cubicBezTo>
                  <a:cubicBezTo>
                    <a:pt x="1230762" y="398146"/>
                    <a:pt x="1213490" y="410972"/>
                    <a:pt x="1208537" y="430276"/>
                  </a:cubicBezTo>
                  <a:cubicBezTo>
                    <a:pt x="1202695" y="453137"/>
                    <a:pt x="1216538" y="476250"/>
                    <a:pt x="1239271" y="482093"/>
                  </a:cubicBezTo>
                  <a:lnTo>
                    <a:pt x="1707266" y="601346"/>
                  </a:lnTo>
                  <a:cubicBezTo>
                    <a:pt x="1723522" y="605537"/>
                    <a:pt x="1739905" y="607569"/>
                    <a:pt x="1756288" y="607569"/>
                  </a:cubicBezTo>
                  <a:cubicBezTo>
                    <a:pt x="1791467" y="607569"/>
                    <a:pt x="1826138" y="598044"/>
                    <a:pt x="1857253" y="579375"/>
                  </a:cubicBezTo>
                  <a:cubicBezTo>
                    <a:pt x="1902592" y="552197"/>
                    <a:pt x="1934596" y="508890"/>
                    <a:pt x="1947169" y="457454"/>
                  </a:cubicBezTo>
                  <a:cubicBezTo>
                    <a:pt x="1949328" y="448438"/>
                    <a:pt x="1950852" y="439421"/>
                    <a:pt x="1951868" y="430403"/>
                  </a:cubicBezTo>
                  <a:lnTo>
                    <a:pt x="2494666" y="139065"/>
                  </a:lnTo>
                  <a:cubicBezTo>
                    <a:pt x="2494793" y="139065"/>
                    <a:pt x="2494920" y="138938"/>
                    <a:pt x="2495047" y="138938"/>
                  </a:cubicBezTo>
                  <a:cubicBezTo>
                    <a:pt x="2516129" y="127381"/>
                    <a:pt x="2539243" y="121539"/>
                    <a:pt x="2562611" y="121539"/>
                  </a:cubicBezTo>
                  <a:cubicBezTo>
                    <a:pt x="2575057" y="121539"/>
                    <a:pt x="2587630" y="123190"/>
                    <a:pt x="2599949" y="126619"/>
                  </a:cubicBezTo>
                  <a:cubicBezTo>
                    <a:pt x="2635382" y="136271"/>
                    <a:pt x="2665227" y="159131"/>
                    <a:pt x="2684023" y="190754"/>
                  </a:cubicBezTo>
                  <a:cubicBezTo>
                    <a:pt x="2703327" y="223393"/>
                    <a:pt x="2708661" y="261620"/>
                    <a:pt x="2699136" y="298323"/>
                  </a:cubicBezTo>
                  <a:cubicBezTo>
                    <a:pt x="2689611" y="335026"/>
                    <a:pt x="2666116" y="365634"/>
                    <a:pt x="2633223" y="384684"/>
                  </a:cubicBezTo>
                  <a:cubicBezTo>
                    <a:pt x="2633096" y="384810"/>
                    <a:pt x="2632842" y="384938"/>
                    <a:pt x="2632715" y="385065"/>
                  </a:cubicBezTo>
                  <a:lnTo>
                    <a:pt x="1615191" y="993395"/>
                  </a:lnTo>
                  <a:cubicBezTo>
                    <a:pt x="1591696" y="1007365"/>
                    <a:pt x="1564899" y="1014604"/>
                    <a:pt x="1537975" y="1014604"/>
                  </a:cubicBezTo>
                  <a:cubicBezTo>
                    <a:pt x="1524132" y="1014604"/>
                    <a:pt x="1510162" y="1012699"/>
                    <a:pt x="1496700" y="1008762"/>
                  </a:cubicBezTo>
                  <a:lnTo>
                    <a:pt x="739780" y="791084"/>
                  </a:lnTo>
                  <a:cubicBezTo>
                    <a:pt x="735970" y="789941"/>
                    <a:pt x="732033" y="789433"/>
                    <a:pt x="727969" y="789433"/>
                  </a:cubicBezTo>
                  <a:cubicBezTo>
                    <a:pt x="722762" y="789433"/>
                    <a:pt x="717682" y="790322"/>
                    <a:pt x="712729" y="792227"/>
                  </a:cubicBezTo>
                  <a:lnTo>
                    <a:pt x="607446" y="832486"/>
                  </a:lnTo>
                  <a:lnTo>
                    <a:pt x="411104" y="267462"/>
                  </a:lnTo>
                  <a:lnTo>
                    <a:pt x="918215" y="93091"/>
                  </a:lnTo>
                  <a:cubicBezTo>
                    <a:pt x="933328" y="87884"/>
                    <a:pt x="949076" y="85217"/>
                    <a:pt x="964824" y="85217"/>
                  </a:cubicBezTo>
                  <a:close/>
                  <a:moveTo>
                    <a:pt x="964824" y="0"/>
                  </a:moveTo>
                  <a:cubicBezTo>
                    <a:pt x="939678" y="0"/>
                    <a:pt x="914659" y="4191"/>
                    <a:pt x="890529" y="12446"/>
                  </a:cubicBezTo>
                  <a:lnTo>
                    <a:pt x="383291" y="186944"/>
                  </a:lnTo>
                  <a:lnTo>
                    <a:pt x="352811" y="99060"/>
                  </a:lnTo>
                  <a:cubicBezTo>
                    <a:pt x="349001" y="88265"/>
                    <a:pt x="341127" y="79375"/>
                    <a:pt x="330713" y="74549"/>
                  </a:cubicBezTo>
                  <a:cubicBezTo>
                    <a:pt x="324998" y="71882"/>
                    <a:pt x="318775" y="70485"/>
                    <a:pt x="312552" y="70485"/>
                  </a:cubicBezTo>
                  <a:cubicBezTo>
                    <a:pt x="307472" y="70485"/>
                    <a:pt x="302519" y="71374"/>
                    <a:pt x="297693" y="73152"/>
                  </a:cubicBezTo>
                  <a:cubicBezTo>
                    <a:pt x="203332" y="108204"/>
                    <a:pt x="54488" y="162687"/>
                    <a:pt x="31374" y="169037"/>
                  </a:cubicBezTo>
                  <a:cubicBezTo>
                    <a:pt x="8641" y="175260"/>
                    <a:pt x="-4694" y="198628"/>
                    <a:pt x="1529" y="221361"/>
                  </a:cubicBezTo>
                  <a:cubicBezTo>
                    <a:pt x="6736" y="240284"/>
                    <a:pt x="23881" y="252730"/>
                    <a:pt x="42550" y="252730"/>
                  </a:cubicBezTo>
                  <a:cubicBezTo>
                    <a:pt x="46233" y="252730"/>
                    <a:pt x="50043" y="252222"/>
                    <a:pt x="53726" y="251206"/>
                  </a:cubicBezTo>
                  <a:cubicBezTo>
                    <a:pt x="80269" y="243967"/>
                    <a:pt x="215778" y="194183"/>
                    <a:pt x="286517" y="168148"/>
                  </a:cubicBezTo>
                  <a:lnTo>
                    <a:pt x="316616" y="254889"/>
                  </a:lnTo>
                  <a:lnTo>
                    <a:pt x="555757" y="943230"/>
                  </a:lnTo>
                  <a:lnTo>
                    <a:pt x="311028" y="1034797"/>
                  </a:lnTo>
                  <a:cubicBezTo>
                    <a:pt x="289057" y="1043052"/>
                    <a:pt x="277881" y="1067563"/>
                    <a:pt x="286009" y="1089661"/>
                  </a:cubicBezTo>
                  <a:cubicBezTo>
                    <a:pt x="291978" y="1105409"/>
                    <a:pt x="306202" y="1115696"/>
                    <a:pt x="321950" y="1117093"/>
                  </a:cubicBezTo>
                  <a:lnTo>
                    <a:pt x="330078" y="1117093"/>
                  </a:lnTo>
                  <a:cubicBezTo>
                    <a:pt x="333761" y="1116712"/>
                    <a:pt x="337444" y="1115950"/>
                    <a:pt x="341000" y="1114553"/>
                  </a:cubicBezTo>
                  <a:lnTo>
                    <a:pt x="624591" y="1008381"/>
                  </a:lnTo>
                  <a:cubicBezTo>
                    <a:pt x="646308" y="1000253"/>
                    <a:pt x="657484" y="976377"/>
                    <a:pt x="649864" y="954533"/>
                  </a:cubicBezTo>
                  <a:lnTo>
                    <a:pt x="635386" y="913004"/>
                  </a:lnTo>
                  <a:lnTo>
                    <a:pt x="729747" y="876936"/>
                  </a:lnTo>
                  <a:lnTo>
                    <a:pt x="1472824" y="1090296"/>
                  </a:lnTo>
                  <a:cubicBezTo>
                    <a:pt x="1494033" y="1096392"/>
                    <a:pt x="1515877" y="1099440"/>
                    <a:pt x="1537594" y="1099440"/>
                  </a:cubicBezTo>
                  <a:cubicBezTo>
                    <a:pt x="1579885" y="1099440"/>
                    <a:pt x="1621795" y="1088137"/>
                    <a:pt x="1658625" y="1066166"/>
                  </a:cubicBezTo>
                  <a:lnTo>
                    <a:pt x="2675895" y="458090"/>
                  </a:lnTo>
                  <a:cubicBezTo>
                    <a:pt x="2728473" y="427609"/>
                    <a:pt x="2765938" y="378460"/>
                    <a:pt x="2781305" y="319786"/>
                  </a:cubicBezTo>
                  <a:cubicBezTo>
                    <a:pt x="2796672" y="261112"/>
                    <a:pt x="2788163" y="199644"/>
                    <a:pt x="2757175" y="147193"/>
                  </a:cubicBezTo>
                  <a:cubicBezTo>
                    <a:pt x="2727076" y="96393"/>
                    <a:pt x="2679197" y="59944"/>
                    <a:pt x="2622301" y="44323"/>
                  </a:cubicBezTo>
                  <a:cubicBezTo>
                    <a:pt x="2602489" y="38862"/>
                    <a:pt x="2582423" y="36195"/>
                    <a:pt x="2562357" y="36195"/>
                  </a:cubicBezTo>
                  <a:cubicBezTo>
                    <a:pt x="2524892" y="36195"/>
                    <a:pt x="2487808" y="45593"/>
                    <a:pt x="2454026" y="64008"/>
                  </a:cubicBezTo>
                  <a:lnTo>
                    <a:pt x="1939676" y="340106"/>
                  </a:lnTo>
                  <a:cubicBezTo>
                    <a:pt x="1935739" y="329946"/>
                    <a:pt x="1931040" y="320167"/>
                    <a:pt x="1925452" y="310642"/>
                  </a:cubicBezTo>
                  <a:cubicBezTo>
                    <a:pt x="1899163" y="266192"/>
                    <a:pt x="1857380" y="234188"/>
                    <a:pt x="1807469" y="220599"/>
                  </a:cubicBezTo>
                  <a:lnTo>
                    <a:pt x="1024895" y="8001"/>
                  </a:lnTo>
                  <a:cubicBezTo>
                    <a:pt x="1005210" y="2667"/>
                    <a:pt x="985017" y="0"/>
                    <a:pt x="964951" y="0"/>
                  </a:cubicBezTo>
                  <a:close/>
                </a:path>
              </a:pathLst>
            </a:custGeom>
            <a:solidFill>
              <a:srgbClr val="E3DBCD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667512" y="63500"/>
              <a:ext cx="2231136" cy="1935101"/>
            </a:xfrm>
            <a:custGeom>
              <a:avLst/>
              <a:gdLst/>
              <a:ahLst/>
              <a:cxnLst/>
              <a:rect r="r" b="b" t="t" l="l"/>
              <a:pathLst>
                <a:path h="1935101" w="2231136">
                  <a:moveTo>
                    <a:pt x="1684909" y="942849"/>
                  </a:moveTo>
                  <a:cubicBezTo>
                    <a:pt x="1488313" y="925704"/>
                    <a:pt x="1315085" y="1070992"/>
                    <a:pt x="1297813" y="1267588"/>
                  </a:cubicBezTo>
                  <a:cubicBezTo>
                    <a:pt x="1296289" y="1285749"/>
                    <a:pt x="1296035" y="1303656"/>
                    <a:pt x="1297178" y="1321309"/>
                  </a:cubicBezTo>
                  <a:cubicBezTo>
                    <a:pt x="1246632" y="1335025"/>
                    <a:pt x="1196848" y="1351535"/>
                    <a:pt x="1148207" y="1370839"/>
                  </a:cubicBezTo>
                  <a:cubicBezTo>
                    <a:pt x="1186942" y="1168782"/>
                    <a:pt x="1197229" y="961772"/>
                    <a:pt x="1178179" y="757429"/>
                  </a:cubicBezTo>
                  <a:cubicBezTo>
                    <a:pt x="1187323" y="754381"/>
                    <a:pt x="1196467" y="750825"/>
                    <a:pt x="1205357" y="746761"/>
                  </a:cubicBezTo>
                  <a:cubicBezTo>
                    <a:pt x="1359408" y="677546"/>
                    <a:pt x="1428242" y="496571"/>
                    <a:pt x="1359027" y="342519"/>
                  </a:cubicBezTo>
                  <a:cubicBezTo>
                    <a:pt x="1289812" y="188468"/>
                    <a:pt x="848106" y="0"/>
                    <a:pt x="848106" y="0"/>
                  </a:cubicBezTo>
                  <a:cubicBezTo>
                    <a:pt x="848106" y="0"/>
                    <a:pt x="731901" y="438913"/>
                    <a:pt x="801116" y="592964"/>
                  </a:cubicBezTo>
                  <a:cubicBezTo>
                    <a:pt x="849376" y="700279"/>
                    <a:pt x="951865" y="766319"/>
                    <a:pt x="1061720" y="773050"/>
                  </a:cubicBezTo>
                  <a:cubicBezTo>
                    <a:pt x="1077976" y="646304"/>
                    <a:pt x="1073277" y="520701"/>
                    <a:pt x="1046988" y="401574"/>
                  </a:cubicBezTo>
                  <a:cubicBezTo>
                    <a:pt x="1043686" y="386969"/>
                    <a:pt x="1038606" y="367538"/>
                    <a:pt x="1035050" y="353060"/>
                  </a:cubicBezTo>
                  <a:cubicBezTo>
                    <a:pt x="1031494" y="341249"/>
                    <a:pt x="1024255" y="316992"/>
                    <a:pt x="1020699" y="305181"/>
                  </a:cubicBezTo>
                  <a:lnTo>
                    <a:pt x="1012952" y="281432"/>
                  </a:lnTo>
                  <a:cubicBezTo>
                    <a:pt x="1019175" y="292227"/>
                    <a:pt x="1030986" y="314071"/>
                    <a:pt x="1036701" y="325247"/>
                  </a:cubicBezTo>
                  <a:cubicBezTo>
                    <a:pt x="1048004" y="345821"/>
                    <a:pt x="1059688" y="371602"/>
                    <a:pt x="1069340" y="392811"/>
                  </a:cubicBezTo>
                  <a:cubicBezTo>
                    <a:pt x="1078230" y="414401"/>
                    <a:pt x="1089279" y="441072"/>
                    <a:pt x="1096518" y="463297"/>
                  </a:cubicBezTo>
                  <a:cubicBezTo>
                    <a:pt x="1108583" y="498222"/>
                    <a:pt x="1118870" y="534036"/>
                    <a:pt x="1127252" y="570485"/>
                  </a:cubicBezTo>
                  <a:cubicBezTo>
                    <a:pt x="1157859" y="887096"/>
                    <a:pt x="1115187" y="1210692"/>
                    <a:pt x="1004316" y="1508381"/>
                  </a:cubicBezTo>
                  <a:cubicBezTo>
                    <a:pt x="1003173" y="1507365"/>
                    <a:pt x="1001903" y="1506222"/>
                    <a:pt x="1000760" y="1505333"/>
                  </a:cubicBezTo>
                  <a:cubicBezTo>
                    <a:pt x="993140" y="1498983"/>
                    <a:pt x="976249" y="1485013"/>
                    <a:pt x="968502" y="1478663"/>
                  </a:cubicBezTo>
                  <a:cubicBezTo>
                    <a:pt x="945642" y="1460121"/>
                    <a:pt x="922020" y="1442341"/>
                    <a:pt x="897890" y="1425196"/>
                  </a:cubicBezTo>
                  <a:cubicBezTo>
                    <a:pt x="958850" y="1244220"/>
                    <a:pt x="866267" y="1045846"/>
                    <a:pt x="686181" y="977393"/>
                  </a:cubicBezTo>
                  <a:cubicBezTo>
                    <a:pt x="501777" y="907289"/>
                    <a:pt x="0" y="1100710"/>
                    <a:pt x="0" y="1100710"/>
                  </a:cubicBezTo>
                  <a:cubicBezTo>
                    <a:pt x="0" y="1100710"/>
                    <a:pt x="247777" y="1575183"/>
                    <a:pt x="432181" y="1645414"/>
                  </a:cubicBezTo>
                  <a:cubicBezTo>
                    <a:pt x="560705" y="1694309"/>
                    <a:pt x="699897" y="1664083"/>
                    <a:pt x="796163" y="1578866"/>
                  </a:cubicBezTo>
                  <a:cubicBezTo>
                    <a:pt x="704977" y="1460756"/>
                    <a:pt x="597154" y="1360933"/>
                    <a:pt x="477139" y="1284225"/>
                  </a:cubicBezTo>
                  <a:cubicBezTo>
                    <a:pt x="462280" y="1274954"/>
                    <a:pt x="442087" y="1263143"/>
                    <a:pt x="427228" y="1253999"/>
                  </a:cubicBezTo>
                  <a:cubicBezTo>
                    <a:pt x="414528" y="1247141"/>
                    <a:pt x="388620" y="1233044"/>
                    <a:pt x="375793" y="1226313"/>
                  </a:cubicBezTo>
                  <a:lnTo>
                    <a:pt x="349758" y="1213105"/>
                  </a:lnTo>
                  <a:cubicBezTo>
                    <a:pt x="363855" y="1216915"/>
                    <a:pt x="391668" y="1225170"/>
                    <a:pt x="405511" y="1229615"/>
                  </a:cubicBezTo>
                  <a:cubicBezTo>
                    <a:pt x="431800" y="1237235"/>
                    <a:pt x="462915" y="1248919"/>
                    <a:pt x="488315" y="1258444"/>
                  </a:cubicBezTo>
                  <a:cubicBezTo>
                    <a:pt x="513588" y="1268985"/>
                    <a:pt x="544576" y="1281812"/>
                    <a:pt x="569087" y="1294258"/>
                  </a:cubicBezTo>
                  <a:cubicBezTo>
                    <a:pt x="587502" y="1303148"/>
                    <a:pt x="605663" y="1312673"/>
                    <a:pt x="623697" y="1322579"/>
                  </a:cubicBezTo>
                  <a:cubicBezTo>
                    <a:pt x="752221" y="1397891"/>
                    <a:pt x="867791" y="1494919"/>
                    <a:pt x="963803" y="1608965"/>
                  </a:cubicBezTo>
                  <a:cubicBezTo>
                    <a:pt x="930529" y="1685800"/>
                    <a:pt x="892556" y="1760476"/>
                    <a:pt x="850138" y="1832612"/>
                  </a:cubicBezTo>
                  <a:cubicBezTo>
                    <a:pt x="841375" y="1847471"/>
                    <a:pt x="838708" y="1864235"/>
                    <a:pt x="841375" y="1879983"/>
                  </a:cubicBezTo>
                  <a:cubicBezTo>
                    <a:pt x="852805" y="1912114"/>
                    <a:pt x="883539" y="1935101"/>
                    <a:pt x="919607" y="1935101"/>
                  </a:cubicBezTo>
                  <a:cubicBezTo>
                    <a:pt x="927735" y="1935101"/>
                    <a:pt x="935482" y="1933958"/>
                    <a:pt x="942848" y="1931799"/>
                  </a:cubicBezTo>
                  <a:cubicBezTo>
                    <a:pt x="956437" y="1924941"/>
                    <a:pt x="967994" y="1913765"/>
                    <a:pt x="975106" y="1898906"/>
                  </a:cubicBezTo>
                  <a:cubicBezTo>
                    <a:pt x="1035304" y="1772668"/>
                    <a:pt x="1082929" y="1641096"/>
                    <a:pt x="1117600" y="1506857"/>
                  </a:cubicBezTo>
                  <a:cubicBezTo>
                    <a:pt x="1118362" y="1503936"/>
                    <a:pt x="1119124" y="1501015"/>
                    <a:pt x="1119886" y="1497967"/>
                  </a:cubicBezTo>
                  <a:cubicBezTo>
                    <a:pt x="1147699" y="1480314"/>
                    <a:pt x="1179957" y="1461010"/>
                    <a:pt x="1204849" y="1448183"/>
                  </a:cubicBezTo>
                  <a:cubicBezTo>
                    <a:pt x="1209675" y="1445642"/>
                    <a:pt x="1217041" y="1441578"/>
                    <a:pt x="1222121" y="1438911"/>
                  </a:cubicBezTo>
                  <a:cubicBezTo>
                    <a:pt x="1232662" y="1433324"/>
                    <a:pt x="1252347" y="1424053"/>
                    <a:pt x="1263015" y="1418719"/>
                  </a:cubicBezTo>
                  <a:cubicBezTo>
                    <a:pt x="1417828" y="1344931"/>
                    <a:pt x="1588516" y="1303148"/>
                    <a:pt x="1760347" y="1294385"/>
                  </a:cubicBezTo>
                  <a:cubicBezTo>
                    <a:pt x="1776222" y="1293750"/>
                    <a:pt x="1797685" y="1293369"/>
                    <a:pt x="1813941" y="1292861"/>
                  </a:cubicBezTo>
                  <a:cubicBezTo>
                    <a:pt x="1819656" y="1292861"/>
                    <a:pt x="1827784" y="1292988"/>
                    <a:pt x="1836293" y="1293115"/>
                  </a:cubicBezTo>
                  <a:cubicBezTo>
                    <a:pt x="1851660" y="1295401"/>
                    <a:pt x="1873377" y="1299084"/>
                    <a:pt x="1885188" y="1301243"/>
                  </a:cubicBezTo>
                  <a:lnTo>
                    <a:pt x="1855978" y="1301878"/>
                  </a:lnTo>
                  <a:cubicBezTo>
                    <a:pt x="1841500" y="1302513"/>
                    <a:pt x="1812036" y="1303783"/>
                    <a:pt x="1797685" y="1304418"/>
                  </a:cubicBezTo>
                  <a:cubicBezTo>
                    <a:pt x="1780286" y="1306069"/>
                    <a:pt x="1756918" y="1307974"/>
                    <a:pt x="1739519" y="1309879"/>
                  </a:cubicBezTo>
                  <a:cubicBezTo>
                    <a:pt x="1598041" y="1326643"/>
                    <a:pt x="1457579" y="1369569"/>
                    <a:pt x="1323975" y="1436117"/>
                  </a:cubicBezTo>
                  <a:cubicBezTo>
                    <a:pt x="1373505" y="1554736"/>
                    <a:pt x="1485646" y="1642493"/>
                    <a:pt x="1622679" y="1654558"/>
                  </a:cubicBezTo>
                  <a:cubicBezTo>
                    <a:pt x="1819275" y="1671703"/>
                    <a:pt x="2231136" y="1347725"/>
                    <a:pt x="2231136" y="1347725"/>
                  </a:cubicBezTo>
                  <a:cubicBezTo>
                    <a:pt x="2231136" y="1347725"/>
                    <a:pt x="1881632" y="959867"/>
                    <a:pt x="1685036" y="942722"/>
                  </a:cubicBezTo>
                  <a:close/>
                </a:path>
              </a:pathLst>
            </a:custGeom>
            <a:solidFill>
              <a:srgbClr val="E3DBCD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7978673" y="4430230"/>
            <a:ext cx="1784347" cy="2430847"/>
            <a:chOff x="0" y="0"/>
            <a:chExt cx="1784350" cy="243084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215392" y="1180464"/>
              <a:ext cx="264033" cy="768477"/>
            </a:xfrm>
            <a:custGeom>
              <a:avLst/>
              <a:gdLst/>
              <a:ahLst/>
              <a:cxnLst/>
              <a:rect r="r" b="b" t="t" l="l"/>
              <a:pathLst>
                <a:path h="768477" w="264033">
                  <a:moveTo>
                    <a:pt x="264033" y="768477"/>
                  </a:moveTo>
                  <a:lnTo>
                    <a:pt x="0" y="768477"/>
                  </a:lnTo>
                  <a:lnTo>
                    <a:pt x="0" y="0"/>
                  </a:lnTo>
                  <a:lnTo>
                    <a:pt x="116332" y="0"/>
                  </a:lnTo>
                  <a:lnTo>
                    <a:pt x="116332" y="652145"/>
                  </a:lnTo>
                  <a:lnTo>
                    <a:pt x="264033" y="652145"/>
                  </a:lnTo>
                  <a:lnTo>
                    <a:pt x="264033" y="768477"/>
                  </a:lnTo>
                  <a:close/>
                </a:path>
              </a:pathLst>
            </a:custGeom>
            <a:solidFill>
              <a:srgbClr val="E3DBCD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376428" y="1327022"/>
              <a:ext cx="116332" cy="563753"/>
            </a:xfrm>
            <a:custGeom>
              <a:avLst/>
              <a:gdLst/>
              <a:ahLst/>
              <a:cxnLst/>
              <a:rect r="r" b="b" t="t" l="l"/>
              <a:pathLst>
                <a:path h="563753" w="116332">
                  <a:moveTo>
                    <a:pt x="0" y="0"/>
                  </a:moveTo>
                  <a:lnTo>
                    <a:pt x="116332" y="0"/>
                  </a:lnTo>
                  <a:lnTo>
                    <a:pt x="116332" y="563753"/>
                  </a:lnTo>
                  <a:lnTo>
                    <a:pt x="0" y="563753"/>
                  </a:lnTo>
                  <a:close/>
                </a:path>
              </a:pathLst>
            </a:custGeom>
            <a:solidFill>
              <a:srgbClr val="E3DBCD"/>
            </a:solid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63500" y="702309"/>
              <a:ext cx="482727" cy="722375"/>
            </a:xfrm>
            <a:custGeom>
              <a:avLst/>
              <a:gdLst/>
              <a:ahLst/>
              <a:cxnLst/>
              <a:rect r="r" b="b" t="t" l="l"/>
              <a:pathLst>
                <a:path h="722375" w="482727">
                  <a:moveTo>
                    <a:pt x="250698" y="0"/>
                  </a:moveTo>
                  <a:cubicBezTo>
                    <a:pt x="183769" y="0"/>
                    <a:pt x="120777" y="26035"/>
                    <a:pt x="73406" y="73406"/>
                  </a:cubicBezTo>
                  <a:cubicBezTo>
                    <a:pt x="26543" y="120269"/>
                    <a:pt x="508" y="182372"/>
                    <a:pt x="0" y="248539"/>
                  </a:cubicBezTo>
                  <a:lnTo>
                    <a:pt x="0" y="722376"/>
                  </a:lnTo>
                  <a:lnTo>
                    <a:pt x="116332" y="722376"/>
                  </a:lnTo>
                  <a:lnTo>
                    <a:pt x="116332" y="250698"/>
                  </a:lnTo>
                  <a:cubicBezTo>
                    <a:pt x="116332" y="176657"/>
                    <a:pt x="176530" y="116332"/>
                    <a:pt x="250698" y="116332"/>
                  </a:cubicBezTo>
                  <a:lnTo>
                    <a:pt x="482727" y="116332"/>
                  </a:lnTo>
                  <a:lnTo>
                    <a:pt x="482727" y="0"/>
                  </a:lnTo>
                  <a:close/>
                </a:path>
              </a:pathLst>
            </a:custGeom>
            <a:solidFill>
              <a:srgbClr val="E3DBCD"/>
            </a:solid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144907" y="63500"/>
              <a:ext cx="579374" cy="579374"/>
            </a:xfrm>
            <a:custGeom>
              <a:avLst/>
              <a:gdLst/>
              <a:ahLst/>
              <a:cxnLst/>
              <a:rect r="r" b="b" t="t" l="l"/>
              <a:pathLst>
                <a:path h="579374" w="579374">
                  <a:moveTo>
                    <a:pt x="289687" y="579374"/>
                  </a:moveTo>
                  <a:cubicBezTo>
                    <a:pt x="250571" y="579374"/>
                    <a:pt x="212725" y="571754"/>
                    <a:pt x="176911" y="556640"/>
                  </a:cubicBezTo>
                  <a:cubicBezTo>
                    <a:pt x="142367" y="542036"/>
                    <a:pt x="111379" y="521208"/>
                    <a:pt x="84836" y="494538"/>
                  </a:cubicBezTo>
                  <a:cubicBezTo>
                    <a:pt x="58293" y="467868"/>
                    <a:pt x="37338" y="437007"/>
                    <a:pt x="22733" y="402463"/>
                  </a:cubicBezTo>
                  <a:cubicBezTo>
                    <a:pt x="7620" y="366776"/>
                    <a:pt x="0" y="328803"/>
                    <a:pt x="0" y="289687"/>
                  </a:cubicBezTo>
                  <a:cubicBezTo>
                    <a:pt x="0" y="250571"/>
                    <a:pt x="7620" y="212725"/>
                    <a:pt x="22733" y="176911"/>
                  </a:cubicBezTo>
                  <a:cubicBezTo>
                    <a:pt x="37338" y="142367"/>
                    <a:pt x="58166" y="111379"/>
                    <a:pt x="84836" y="84836"/>
                  </a:cubicBezTo>
                  <a:cubicBezTo>
                    <a:pt x="111506" y="58293"/>
                    <a:pt x="142367" y="37338"/>
                    <a:pt x="176911" y="22733"/>
                  </a:cubicBezTo>
                  <a:cubicBezTo>
                    <a:pt x="212725" y="7620"/>
                    <a:pt x="250698" y="0"/>
                    <a:pt x="289687" y="0"/>
                  </a:cubicBezTo>
                  <a:cubicBezTo>
                    <a:pt x="328676" y="0"/>
                    <a:pt x="366649" y="7620"/>
                    <a:pt x="402463" y="22733"/>
                  </a:cubicBezTo>
                  <a:cubicBezTo>
                    <a:pt x="437007" y="37338"/>
                    <a:pt x="467995" y="58166"/>
                    <a:pt x="494538" y="84836"/>
                  </a:cubicBezTo>
                  <a:cubicBezTo>
                    <a:pt x="521081" y="111506"/>
                    <a:pt x="542036" y="142367"/>
                    <a:pt x="556641" y="176911"/>
                  </a:cubicBezTo>
                  <a:cubicBezTo>
                    <a:pt x="571754" y="212598"/>
                    <a:pt x="579374" y="250571"/>
                    <a:pt x="579374" y="289687"/>
                  </a:cubicBezTo>
                  <a:cubicBezTo>
                    <a:pt x="579374" y="328803"/>
                    <a:pt x="571754" y="366649"/>
                    <a:pt x="556641" y="402463"/>
                  </a:cubicBezTo>
                  <a:cubicBezTo>
                    <a:pt x="542036" y="437007"/>
                    <a:pt x="521208" y="467995"/>
                    <a:pt x="494538" y="494538"/>
                  </a:cubicBezTo>
                  <a:cubicBezTo>
                    <a:pt x="467868" y="521081"/>
                    <a:pt x="437007" y="542036"/>
                    <a:pt x="402463" y="556641"/>
                  </a:cubicBezTo>
                  <a:cubicBezTo>
                    <a:pt x="366776" y="571754"/>
                    <a:pt x="328803" y="579374"/>
                    <a:pt x="289687" y="579374"/>
                  </a:cubicBezTo>
                  <a:close/>
                  <a:moveTo>
                    <a:pt x="289687" y="116459"/>
                  </a:moveTo>
                  <a:cubicBezTo>
                    <a:pt x="194056" y="116459"/>
                    <a:pt x="116332" y="194183"/>
                    <a:pt x="116332" y="289814"/>
                  </a:cubicBezTo>
                  <a:cubicBezTo>
                    <a:pt x="116332" y="385445"/>
                    <a:pt x="194183" y="463042"/>
                    <a:pt x="289687" y="463042"/>
                  </a:cubicBezTo>
                  <a:cubicBezTo>
                    <a:pt x="385191" y="463042"/>
                    <a:pt x="463042" y="385318"/>
                    <a:pt x="463042" y="289687"/>
                  </a:cubicBezTo>
                  <a:cubicBezTo>
                    <a:pt x="463042" y="194056"/>
                    <a:pt x="385318" y="116332"/>
                    <a:pt x="289687" y="116332"/>
                  </a:cubicBezTo>
                  <a:close/>
                </a:path>
              </a:pathLst>
            </a:custGeom>
            <a:solidFill>
              <a:srgbClr val="E3DBCD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1316990" y="1180464"/>
              <a:ext cx="264033" cy="768477"/>
            </a:xfrm>
            <a:custGeom>
              <a:avLst/>
              <a:gdLst/>
              <a:ahLst/>
              <a:cxnLst/>
              <a:rect r="r" b="b" t="t" l="l"/>
              <a:pathLst>
                <a:path h="768477" w="264033">
                  <a:moveTo>
                    <a:pt x="264033" y="768477"/>
                  </a:moveTo>
                  <a:lnTo>
                    <a:pt x="0" y="768477"/>
                  </a:lnTo>
                  <a:lnTo>
                    <a:pt x="0" y="652145"/>
                  </a:lnTo>
                  <a:lnTo>
                    <a:pt x="147574" y="652145"/>
                  </a:lnTo>
                  <a:lnTo>
                    <a:pt x="147574" y="0"/>
                  </a:lnTo>
                  <a:lnTo>
                    <a:pt x="263906" y="0"/>
                  </a:lnTo>
                  <a:lnTo>
                    <a:pt x="263906" y="768476"/>
                  </a:lnTo>
                  <a:close/>
                </a:path>
              </a:pathLst>
            </a:custGeom>
            <a:solidFill>
              <a:srgbClr val="E3DBCD"/>
            </a:solid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1303655" y="1327022"/>
              <a:ext cx="116332" cy="563753"/>
            </a:xfrm>
            <a:custGeom>
              <a:avLst/>
              <a:gdLst/>
              <a:ahLst/>
              <a:cxnLst/>
              <a:rect r="r" b="b" t="t" l="l"/>
              <a:pathLst>
                <a:path h="563753" w="116332">
                  <a:moveTo>
                    <a:pt x="0" y="0"/>
                  </a:moveTo>
                  <a:lnTo>
                    <a:pt x="116332" y="0"/>
                  </a:lnTo>
                  <a:lnTo>
                    <a:pt x="116332" y="563753"/>
                  </a:lnTo>
                  <a:lnTo>
                    <a:pt x="0" y="563753"/>
                  </a:lnTo>
                  <a:close/>
                </a:path>
              </a:pathLst>
            </a:custGeom>
            <a:solidFill>
              <a:srgbClr val="E3DBCD"/>
            </a:solid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1241298" y="702309"/>
              <a:ext cx="479552" cy="722375"/>
            </a:xfrm>
            <a:custGeom>
              <a:avLst/>
              <a:gdLst/>
              <a:ahLst/>
              <a:cxnLst/>
              <a:rect r="r" b="b" t="t" l="l"/>
              <a:pathLst>
                <a:path h="722375" w="479552">
                  <a:moveTo>
                    <a:pt x="0" y="0"/>
                  </a:moveTo>
                  <a:lnTo>
                    <a:pt x="0" y="116332"/>
                  </a:lnTo>
                  <a:lnTo>
                    <a:pt x="232029" y="116332"/>
                  </a:lnTo>
                  <a:cubicBezTo>
                    <a:pt x="306070" y="116332"/>
                    <a:pt x="366395" y="176530"/>
                    <a:pt x="366395" y="250698"/>
                  </a:cubicBezTo>
                  <a:lnTo>
                    <a:pt x="366395" y="722376"/>
                  </a:lnTo>
                  <a:lnTo>
                    <a:pt x="479552" y="722376"/>
                  </a:lnTo>
                  <a:lnTo>
                    <a:pt x="479552" y="210820"/>
                  </a:lnTo>
                  <a:cubicBezTo>
                    <a:pt x="471297" y="159004"/>
                    <a:pt x="447040" y="111252"/>
                    <a:pt x="409321" y="73406"/>
                  </a:cubicBezTo>
                  <a:cubicBezTo>
                    <a:pt x="361950" y="26035"/>
                    <a:pt x="299085" y="1"/>
                    <a:pt x="232029" y="1"/>
                  </a:cubicBezTo>
                  <a:close/>
                </a:path>
              </a:pathLst>
            </a:custGeom>
            <a:solidFill>
              <a:srgbClr val="E3DBCD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1072134" y="63500"/>
              <a:ext cx="579374" cy="579374"/>
            </a:xfrm>
            <a:custGeom>
              <a:avLst/>
              <a:gdLst/>
              <a:ahLst/>
              <a:cxnLst/>
              <a:rect r="r" b="b" t="t" l="l"/>
              <a:pathLst>
                <a:path h="579374" w="579374">
                  <a:moveTo>
                    <a:pt x="289687" y="579374"/>
                  </a:moveTo>
                  <a:cubicBezTo>
                    <a:pt x="250571" y="579374"/>
                    <a:pt x="212725" y="571754"/>
                    <a:pt x="176911" y="556640"/>
                  </a:cubicBezTo>
                  <a:cubicBezTo>
                    <a:pt x="142367" y="542036"/>
                    <a:pt x="111379" y="521208"/>
                    <a:pt x="84836" y="494538"/>
                  </a:cubicBezTo>
                  <a:cubicBezTo>
                    <a:pt x="58293" y="467868"/>
                    <a:pt x="37338" y="437007"/>
                    <a:pt x="22733" y="402463"/>
                  </a:cubicBezTo>
                  <a:cubicBezTo>
                    <a:pt x="7620" y="366776"/>
                    <a:pt x="0" y="328803"/>
                    <a:pt x="0" y="289687"/>
                  </a:cubicBezTo>
                  <a:cubicBezTo>
                    <a:pt x="0" y="250571"/>
                    <a:pt x="7620" y="212725"/>
                    <a:pt x="22733" y="176911"/>
                  </a:cubicBezTo>
                  <a:cubicBezTo>
                    <a:pt x="37338" y="142367"/>
                    <a:pt x="58166" y="111379"/>
                    <a:pt x="84836" y="84836"/>
                  </a:cubicBezTo>
                  <a:cubicBezTo>
                    <a:pt x="111506" y="58293"/>
                    <a:pt x="142367" y="37338"/>
                    <a:pt x="176911" y="22733"/>
                  </a:cubicBezTo>
                  <a:cubicBezTo>
                    <a:pt x="212598" y="7620"/>
                    <a:pt x="250571" y="0"/>
                    <a:pt x="289687" y="0"/>
                  </a:cubicBezTo>
                  <a:cubicBezTo>
                    <a:pt x="328803" y="0"/>
                    <a:pt x="366649" y="7620"/>
                    <a:pt x="402463" y="22733"/>
                  </a:cubicBezTo>
                  <a:cubicBezTo>
                    <a:pt x="437007" y="37338"/>
                    <a:pt x="467995" y="58166"/>
                    <a:pt x="494538" y="84836"/>
                  </a:cubicBezTo>
                  <a:cubicBezTo>
                    <a:pt x="521081" y="111506"/>
                    <a:pt x="542036" y="142367"/>
                    <a:pt x="556641" y="176911"/>
                  </a:cubicBezTo>
                  <a:cubicBezTo>
                    <a:pt x="571754" y="212598"/>
                    <a:pt x="579374" y="250571"/>
                    <a:pt x="579374" y="289687"/>
                  </a:cubicBezTo>
                  <a:cubicBezTo>
                    <a:pt x="579374" y="328803"/>
                    <a:pt x="571754" y="366649"/>
                    <a:pt x="556641" y="402463"/>
                  </a:cubicBezTo>
                  <a:cubicBezTo>
                    <a:pt x="542036" y="437007"/>
                    <a:pt x="521208" y="467995"/>
                    <a:pt x="494538" y="494538"/>
                  </a:cubicBezTo>
                  <a:cubicBezTo>
                    <a:pt x="467868" y="521081"/>
                    <a:pt x="437007" y="542036"/>
                    <a:pt x="402463" y="556641"/>
                  </a:cubicBezTo>
                  <a:cubicBezTo>
                    <a:pt x="366776" y="571754"/>
                    <a:pt x="328803" y="579374"/>
                    <a:pt x="289687" y="579374"/>
                  </a:cubicBezTo>
                  <a:close/>
                  <a:moveTo>
                    <a:pt x="289687" y="116459"/>
                  </a:moveTo>
                  <a:cubicBezTo>
                    <a:pt x="194056" y="116459"/>
                    <a:pt x="116332" y="194183"/>
                    <a:pt x="116332" y="289814"/>
                  </a:cubicBezTo>
                  <a:cubicBezTo>
                    <a:pt x="116332" y="385445"/>
                    <a:pt x="194056" y="463169"/>
                    <a:pt x="289687" y="463169"/>
                  </a:cubicBezTo>
                  <a:cubicBezTo>
                    <a:pt x="385318" y="463169"/>
                    <a:pt x="463042" y="385445"/>
                    <a:pt x="463042" y="289814"/>
                  </a:cubicBezTo>
                  <a:cubicBezTo>
                    <a:pt x="463042" y="194183"/>
                    <a:pt x="385318" y="116459"/>
                    <a:pt x="289687" y="116459"/>
                  </a:cubicBezTo>
                  <a:close/>
                </a:path>
              </a:pathLst>
            </a:custGeom>
            <a:solidFill>
              <a:srgbClr val="E3DBCD"/>
            </a:solid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678942" y="1598929"/>
              <a:ext cx="438531" cy="768476"/>
            </a:xfrm>
            <a:custGeom>
              <a:avLst/>
              <a:gdLst/>
              <a:ahLst/>
              <a:cxnLst/>
              <a:rect r="r" b="b" t="t" l="l"/>
              <a:pathLst>
                <a:path h="768476" w="438531">
                  <a:moveTo>
                    <a:pt x="0" y="0"/>
                  </a:moveTo>
                  <a:lnTo>
                    <a:pt x="0" y="768476"/>
                  </a:lnTo>
                  <a:lnTo>
                    <a:pt x="438531" y="768476"/>
                  </a:lnTo>
                  <a:lnTo>
                    <a:pt x="438531" y="0"/>
                  </a:lnTo>
                  <a:lnTo>
                    <a:pt x="322199" y="0"/>
                  </a:lnTo>
                  <a:lnTo>
                    <a:pt x="322199" y="652144"/>
                  </a:lnTo>
                  <a:lnTo>
                    <a:pt x="116332" y="652144"/>
                  </a:lnTo>
                  <a:lnTo>
                    <a:pt x="116332" y="0"/>
                  </a:lnTo>
                  <a:close/>
                </a:path>
              </a:pathLst>
            </a:custGeom>
            <a:solidFill>
              <a:srgbClr val="E3DBCD"/>
            </a:solid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840105" y="1745487"/>
              <a:ext cx="116205" cy="563753"/>
            </a:xfrm>
            <a:custGeom>
              <a:avLst/>
              <a:gdLst/>
              <a:ahLst/>
              <a:cxnLst/>
              <a:rect r="r" b="b" t="t" l="l"/>
              <a:pathLst>
                <a:path h="563753" w="116205">
                  <a:moveTo>
                    <a:pt x="0" y="0"/>
                  </a:moveTo>
                  <a:lnTo>
                    <a:pt x="116205" y="0"/>
                  </a:lnTo>
                  <a:lnTo>
                    <a:pt x="116205" y="563752"/>
                  </a:lnTo>
                  <a:lnTo>
                    <a:pt x="0" y="563752"/>
                  </a:lnTo>
                  <a:close/>
                </a:path>
              </a:pathLst>
            </a:custGeom>
            <a:solidFill>
              <a:srgbClr val="E3DBCD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527050" y="1120774"/>
              <a:ext cx="733425" cy="722376"/>
            </a:xfrm>
            <a:custGeom>
              <a:avLst/>
              <a:gdLst/>
              <a:ahLst/>
              <a:cxnLst/>
              <a:rect r="r" b="b" t="t" l="l"/>
              <a:pathLst>
                <a:path h="722376" w="733425">
                  <a:moveTo>
                    <a:pt x="733425" y="722376"/>
                  </a:moveTo>
                  <a:lnTo>
                    <a:pt x="617093" y="722376"/>
                  </a:lnTo>
                  <a:lnTo>
                    <a:pt x="617093" y="250698"/>
                  </a:lnTo>
                  <a:cubicBezTo>
                    <a:pt x="617093" y="176657"/>
                    <a:pt x="556895" y="116332"/>
                    <a:pt x="482727" y="116332"/>
                  </a:cubicBezTo>
                  <a:lnTo>
                    <a:pt x="250698" y="116332"/>
                  </a:lnTo>
                  <a:cubicBezTo>
                    <a:pt x="176657" y="116332"/>
                    <a:pt x="116332" y="176530"/>
                    <a:pt x="116332" y="250698"/>
                  </a:cubicBezTo>
                  <a:lnTo>
                    <a:pt x="116332" y="722376"/>
                  </a:lnTo>
                  <a:lnTo>
                    <a:pt x="0" y="722376"/>
                  </a:lnTo>
                  <a:lnTo>
                    <a:pt x="0" y="250698"/>
                  </a:lnTo>
                  <a:cubicBezTo>
                    <a:pt x="0" y="183769"/>
                    <a:pt x="26035" y="120777"/>
                    <a:pt x="73406" y="73406"/>
                  </a:cubicBezTo>
                  <a:cubicBezTo>
                    <a:pt x="120777" y="26035"/>
                    <a:pt x="183642" y="0"/>
                    <a:pt x="250698" y="0"/>
                  </a:cubicBezTo>
                  <a:lnTo>
                    <a:pt x="482727" y="0"/>
                  </a:lnTo>
                  <a:cubicBezTo>
                    <a:pt x="549656" y="0"/>
                    <a:pt x="612648" y="26035"/>
                    <a:pt x="660019" y="73406"/>
                  </a:cubicBezTo>
                  <a:cubicBezTo>
                    <a:pt x="707390" y="120777"/>
                    <a:pt x="733425" y="183642"/>
                    <a:pt x="733425" y="250698"/>
                  </a:cubicBezTo>
                  <a:lnTo>
                    <a:pt x="733425" y="722376"/>
                  </a:lnTo>
                  <a:close/>
                </a:path>
              </a:pathLst>
            </a:custGeom>
            <a:solidFill>
              <a:srgbClr val="E3DBCD"/>
            </a:solid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608584" y="481965"/>
              <a:ext cx="579374" cy="579374"/>
            </a:xfrm>
            <a:custGeom>
              <a:avLst/>
              <a:gdLst/>
              <a:ahLst/>
              <a:cxnLst/>
              <a:rect r="r" b="b" t="t" l="l"/>
              <a:pathLst>
                <a:path h="579374" w="579374">
                  <a:moveTo>
                    <a:pt x="289687" y="579373"/>
                  </a:moveTo>
                  <a:cubicBezTo>
                    <a:pt x="250571" y="579373"/>
                    <a:pt x="212725" y="571753"/>
                    <a:pt x="176911" y="556640"/>
                  </a:cubicBezTo>
                  <a:cubicBezTo>
                    <a:pt x="142367" y="542035"/>
                    <a:pt x="111379" y="521207"/>
                    <a:pt x="84836" y="494537"/>
                  </a:cubicBezTo>
                  <a:cubicBezTo>
                    <a:pt x="58293" y="467867"/>
                    <a:pt x="37338" y="437006"/>
                    <a:pt x="22733" y="402462"/>
                  </a:cubicBezTo>
                  <a:cubicBezTo>
                    <a:pt x="7620" y="366775"/>
                    <a:pt x="0" y="328802"/>
                    <a:pt x="0" y="289686"/>
                  </a:cubicBezTo>
                  <a:cubicBezTo>
                    <a:pt x="0" y="250570"/>
                    <a:pt x="7620" y="212724"/>
                    <a:pt x="22733" y="176910"/>
                  </a:cubicBezTo>
                  <a:cubicBezTo>
                    <a:pt x="37338" y="142367"/>
                    <a:pt x="58166" y="111379"/>
                    <a:pt x="84836" y="84836"/>
                  </a:cubicBezTo>
                  <a:cubicBezTo>
                    <a:pt x="111506" y="58293"/>
                    <a:pt x="142367" y="37338"/>
                    <a:pt x="176911" y="22733"/>
                  </a:cubicBezTo>
                  <a:cubicBezTo>
                    <a:pt x="212598" y="7620"/>
                    <a:pt x="250571" y="0"/>
                    <a:pt x="289687" y="0"/>
                  </a:cubicBezTo>
                  <a:cubicBezTo>
                    <a:pt x="328803" y="0"/>
                    <a:pt x="366649" y="7620"/>
                    <a:pt x="402463" y="22733"/>
                  </a:cubicBezTo>
                  <a:cubicBezTo>
                    <a:pt x="437007" y="37338"/>
                    <a:pt x="467995" y="58166"/>
                    <a:pt x="494538" y="84836"/>
                  </a:cubicBezTo>
                  <a:cubicBezTo>
                    <a:pt x="521081" y="111506"/>
                    <a:pt x="542036" y="142367"/>
                    <a:pt x="556641" y="176910"/>
                  </a:cubicBezTo>
                  <a:cubicBezTo>
                    <a:pt x="571754" y="212597"/>
                    <a:pt x="579374" y="250570"/>
                    <a:pt x="579374" y="289686"/>
                  </a:cubicBezTo>
                  <a:cubicBezTo>
                    <a:pt x="579374" y="328802"/>
                    <a:pt x="571754" y="366648"/>
                    <a:pt x="556641" y="402462"/>
                  </a:cubicBezTo>
                  <a:cubicBezTo>
                    <a:pt x="542036" y="437006"/>
                    <a:pt x="521208" y="467994"/>
                    <a:pt x="494538" y="494537"/>
                  </a:cubicBezTo>
                  <a:cubicBezTo>
                    <a:pt x="467868" y="521080"/>
                    <a:pt x="437007" y="542035"/>
                    <a:pt x="402463" y="556640"/>
                  </a:cubicBezTo>
                  <a:cubicBezTo>
                    <a:pt x="366776" y="571753"/>
                    <a:pt x="328803" y="579373"/>
                    <a:pt x="289687" y="579373"/>
                  </a:cubicBezTo>
                  <a:close/>
                  <a:moveTo>
                    <a:pt x="289687" y="116459"/>
                  </a:moveTo>
                  <a:cubicBezTo>
                    <a:pt x="194056" y="116459"/>
                    <a:pt x="116332" y="194182"/>
                    <a:pt x="116332" y="289813"/>
                  </a:cubicBezTo>
                  <a:cubicBezTo>
                    <a:pt x="116332" y="385444"/>
                    <a:pt x="194056" y="463041"/>
                    <a:pt x="289687" y="463041"/>
                  </a:cubicBezTo>
                  <a:cubicBezTo>
                    <a:pt x="385318" y="463041"/>
                    <a:pt x="463042" y="385317"/>
                    <a:pt x="463042" y="289686"/>
                  </a:cubicBezTo>
                  <a:cubicBezTo>
                    <a:pt x="463042" y="194056"/>
                    <a:pt x="385318" y="116332"/>
                    <a:pt x="289687" y="116332"/>
                  </a:cubicBezTo>
                  <a:close/>
                </a:path>
              </a:pathLst>
            </a:custGeom>
            <a:solidFill>
              <a:srgbClr val="E3DBCD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2425258" y="4152348"/>
            <a:ext cx="2486025" cy="2995984"/>
            <a:chOff x="0" y="0"/>
            <a:chExt cx="2486025" cy="2995981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486151" cy="2995926"/>
            </a:xfrm>
            <a:custGeom>
              <a:avLst/>
              <a:gdLst/>
              <a:ahLst/>
              <a:cxnLst/>
              <a:rect r="r" b="b" t="t" l="l"/>
              <a:pathLst>
                <a:path h="2995926" w="2486151">
                  <a:moveTo>
                    <a:pt x="1243710" y="0"/>
                  </a:moveTo>
                  <a:cubicBezTo>
                    <a:pt x="1238503" y="0"/>
                    <a:pt x="1233804" y="1524"/>
                    <a:pt x="1229613" y="4318"/>
                  </a:cubicBezTo>
                  <a:cubicBezTo>
                    <a:pt x="1022603" y="117475"/>
                    <a:pt x="815213" y="230378"/>
                    <a:pt x="607695" y="343281"/>
                  </a:cubicBezTo>
                  <a:cubicBezTo>
                    <a:pt x="445135" y="431291"/>
                    <a:pt x="282702" y="519683"/>
                    <a:pt x="120650" y="608456"/>
                  </a:cubicBezTo>
                  <a:cubicBezTo>
                    <a:pt x="115951" y="610742"/>
                    <a:pt x="109347" y="615441"/>
                    <a:pt x="108966" y="619251"/>
                  </a:cubicBezTo>
                  <a:cubicBezTo>
                    <a:pt x="108204" y="652906"/>
                    <a:pt x="108585" y="687069"/>
                    <a:pt x="108585" y="721994"/>
                  </a:cubicBezTo>
                  <a:lnTo>
                    <a:pt x="2379344" y="721994"/>
                  </a:lnTo>
                  <a:cubicBezTo>
                    <a:pt x="2379344" y="690625"/>
                    <a:pt x="2378963" y="660399"/>
                    <a:pt x="2379344" y="629792"/>
                  </a:cubicBezTo>
                  <a:cubicBezTo>
                    <a:pt x="2379979" y="624966"/>
                    <a:pt x="2379089" y="620394"/>
                    <a:pt x="2376676" y="616203"/>
                  </a:cubicBezTo>
                  <a:cubicBezTo>
                    <a:pt x="2374263" y="612012"/>
                    <a:pt x="2370707" y="608964"/>
                    <a:pt x="2366263" y="607186"/>
                  </a:cubicBezTo>
                  <a:cubicBezTo>
                    <a:pt x="1996439" y="406653"/>
                    <a:pt x="1626996" y="205613"/>
                    <a:pt x="1257934" y="4318"/>
                  </a:cubicBezTo>
                  <a:cubicBezTo>
                    <a:pt x="1253616" y="1524"/>
                    <a:pt x="1248917" y="0"/>
                    <a:pt x="1243710" y="0"/>
                  </a:cubicBezTo>
                  <a:close/>
                  <a:moveTo>
                    <a:pt x="646303" y="907922"/>
                  </a:moveTo>
                  <a:cubicBezTo>
                    <a:pt x="557784" y="907922"/>
                    <a:pt x="469519" y="908176"/>
                    <a:pt x="381254" y="908557"/>
                  </a:cubicBezTo>
                  <a:cubicBezTo>
                    <a:pt x="368681" y="908938"/>
                    <a:pt x="357124" y="912748"/>
                    <a:pt x="346710" y="919860"/>
                  </a:cubicBezTo>
                  <a:cubicBezTo>
                    <a:pt x="342138" y="922908"/>
                    <a:pt x="338201" y="926718"/>
                    <a:pt x="334899" y="931163"/>
                  </a:cubicBezTo>
                  <a:cubicBezTo>
                    <a:pt x="331597" y="935608"/>
                    <a:pt x="329057" y="940307"/>
                    <a:pt x="327279" y="945514"/>
                  </a:cubicBezTo>
                  <a:cubicBezTo>
                    <a:pt x="325501" y="950721"/>
                    <a:pt x="324612" y="956055"/>
                    <a:pt x="324485" y="961516"/>
                  </a:cubicBezTo>
                  <a:cubicBezTo>
                    <a:pt x="324358" y="966977"/>
                    <a:pt x="325247" y="972311"/>
                    <a:pt x="326898" y="977645"/>
                  </a:cubicBezTo>
                  <a:cubicBezTo>
                    <a:pt x="328549" y="982979"/>
                    <a:pt x="330835" y="988059"/>
                    <a:pt x="334010" y="992631"/>
                  </a:cubicBezTo>
                  <a:cubicBezTo>
                    <a:pt x="337185" y="997203"/>
                    <a:pt x="340995" y="1001267"/>
                    <a:pt x="345440" y="1004823"/>
                  </a:cubicBezTo>
                  <a:cubicBezTo>
                    <a:pt x="349885" y="1008379"/>
                    <a:pt x="354711" y="1010919"/>
                    <a:pt x="360045" y="1012824"/>
                  </a:cubicBezTo>
                  <a:cubicBezTo>
                    <a:pt x="365379" y="1014729"/>
                    <a:pt x="370840" y="1015872"/>
                    <a:pt x="376428" y="1015999"/>
                  </a:cubicBezTo>
                  <a:cubicBezTo>
                    <a:pt x="382524" y="1016253"/>
                    <a:pt x="388620" y="1016380"/>
                    <a:pt x="394716" y="1016380"/>
                  </a:cubicBezTo>
                  <a:cubicBezTo>
                    <a:pt x="407035" y="1016380"/>
                    <a:pt x="419481" y="1015999"/>
                    <a:pt x="431800" y="1015999"/>
                  </a:cubicBezTo>
                  <a:lnTo>
                    <a:pt x="431800" y="2299840"/>
                  </a:lnTo>
                  <a:cubicBezTo>
                    <a:pt x="414655" y="2299840"/>
                    <a:pt x="399288" y="2299840"/>
                    <a:pt x="383667" y="2300221"/>
                  </a:cubicBezTo>
                  <a:cubicBezTo>
                    <a:pt x="382016" y="2300094"/>
                    <a:pt x="380365" y="2299967"/>
                    <a:pt x="378587" y="2299967"/>
                  </a:cubicBezTo>
                  <a:cubicBezTo>
                    <a:pt x="376555" y="2299967"/>
                    <a:pt x="374523" y="2300094"/>
                    <a:pt x="372364" y="2300348"/>
                  </a:cubicBezTo>
                  <a:cubicBezTo>
                    <a:pt x="368681" y="2300729"/>
                    <a:pt x="364998" y="2301491"/>
                    <a:pt x="361442" y="2302761"/>
                  </a:cubicBezTo>
                  <a:cubicBezTo>
                    <a:pt x="357886" y="2304031"/>
                    <a:pt x="354457" y="2305428"/>
                    <a:pt x="351155" y="2307333"/>
                  </a:cubicBezTo>
                  <a:cubicBezTo>
                    <a:pt x="347853" y="2309238"/>
                    <a:pt x="344932" y="2311397"/>
                    <a:pt x="342138" y="2313937"/>
                  </a:cubicBezTo>
                  <a:cubicBezTo>
                    <a:pt x="339344" y="2316477"/>
                    <a:pt x="336804" y="2319271"/>
                    <a:pt x="334645" y="2322319"/>
                  </a:cubicBezTo>
                  <a:cubicBezTo>
                    <a:pt x="332486" y="2325367"/>
                    <a:pt x="330581" y="2328542"/>
                    <a:pt x="328930" y="2331971"/>
                  </a:cubicBezTo>
                  <a:cubicBezTo>
                    <a:pt x="327279" y="2335400"/>
                    <a:pt x="326263" y="2338956"/>
                    <a:pt x="325374" y="2342639"/>
                  </a:cubicBezTo>
                  <a:cubicBezTo>
                    <a:pt x="325247" y="2342893"/>
                    <a:pt x="325247" y="2343274"/>
                    <a:pt x="325120" y="2343528"/>
                  </a:cubicBezTo>
                  <a:lnTo>
                    <a:pt x="864615" y="2343528"/>
                  </a:lnTo>
                  <a:cubicBezTo>
                    <a:pt x="864615" y="2343401"/>
                    <a:pt x="864488" y="2343147"/>
                    <a:pt x="864488" y="2343020"/>
                  </a:cubicBezTo>
                  <a:cubicBezTo>
                    <a:pt x="863726" y="2339337"/>
                    <a:pt x="862583" y="2335781"/>
                    <a:pt x="861059" y="2332352"/>
                  </a:cubicBezTo>
                  <a:cubicBezTo>
                    <a:pt x="859535" y="2328923"/>
                    <a:pt x="857630" y="2325621"/>
                    <a:pt x="855472" y="2322573"/>
                  </a:cubicBezTo>
                  <a:cubicBezTo>
                    <a:pt x="853313" y="2319525"/>
                    <a:pt x="850773" y="2316731"/>
                    <a:pt x="847979" y="2314191"/>
                  </a:cubicBezTo>
                  <a:cubicBezTo>
                    <a:pt x="845185" y="2311651"/>
                    <a:pt x="842264" y="2309492"/>
                    <a:pt x="838962" y="2307587"/>
                  </a:cubicBezTo>
                  <a:cubicBezTo>
                    <a:pt x="835660" y="2305682"/>
                    <a:pt x="832358" y="2304158"/>
                    <a:pt x="828802" y="2302888"/>
                  </a:cubicBezTo>
                  <a:cubicBezTo>
                    <a:pt x="825246" y="2301618"/>
                    <a:pt x="821563" y="2300856"/>
                    <a:pt x="817880" y="2300348"/>
                  </a:cubicBezTo>
                  <a:cubicBezTo>
                    <a:pt x="815721" y="2300094"/>
                    <a:pt x="813562" y="2299967"/>
                    <a:pt x="811403" y="2299967"/>
                  </a:cubicBezTo>
                  <a:cubicBezTo>
                    <a:pt x="809752" y="2299967"/>
                    <a:pt x="808228" y="2300094"/>
                    <a:pt x="806577" y="2300221"/>
                  </a:cubicBezTo>
                  <a:cubicBezTo>
                    <a:pt x="790702" y="2299840"/>
                    <a:pt x="774827" y="2299840"/>
                    <a:pt x="758825" y="2299840"/>
                  </a:cubicBezTo>
                  <a:lnTo>
                    <a:pt x="758825" y="1015999"/>
                  </a:lnTo>
                  <a:cubicBezTo>
                    <a:pt x="770509" y="1015999"/>
                    <a:pt x="781431" y="1016253"/>
                    <a:pt x="792226" y="1016253"/>
                  </a:cubicBezTo>
                  <a:cubicBezTo>
                    <a:pt x="797687" y="1016253"/>
                    <a:pt x="803021" y="1016253"/>
                    <a:pt x="808482" y="1015999"/>
                  </a:cubicBezTo>
                  <a:cubicBezTo>
                    <a:pt x="809244" y="1015999"/>
                    <a:pt x="810133" y="1015999"/>
                    <a:pt x="810895" y="1015999"/>
                  </a:cubicBezTo>
                  <a:cubicBezTo>
                    <a:pt x="813689" y="1015999"/>
                    <a:pt x="816610" y="1015745"/>
                    <a:pt x="819277" y="1015364"/>
                  </a:cubicBezTo>
                  <a:cubicBezTo>
                    <a:pt x="822833" y="1014729"/>
                    <a:pt x="826389" y="1013840"/>
                    <a:pt x="829818" y="1012570"/>
                  </a:cubicBezTo>
                  <a:cubicBezTo>
                    <a:pt x="833247" y="1011300"/>
                    <a:pt x="836549" y="1009649"/>
                    <a:pt x="839597" y="1007744"/>
                  </a:cubicBezTo>
                  <a:cubicBezTo>
                    <a:pt x="842644" y="1005839"/>
                    <a:pt x="845566" y="1003553"/>
                    <a:pt x="848233" y="1001013"/>
                  </a:cubicBezTo>
                  <a:cubicBezTo>
                    <a:pt x="850900" y="998473"/>
                    <a:pt x="853186" y="995679"/>
                    <a:pt x="855344" y="992758"/>
                  </a:cubicBezTo>
                  <a:cubicBezTo>
                    <a:pt x="857503" y="989837"/>
                    <a:pt x="859154" y="986535"/>
                    <a:pt x="860678" y="983233"/>
                  </a:cubicBezTo>
                  <a:cubicBezTo>
                    <a:pt x="862202" y="979931"/>
                    <a:pt x="863218" y="976375"/>
                    <a:pt x="863980" y="972819"/>
                  </a:cubicBezTo>
                  <a:cubicBezTo>
                    <a:pt x="864742" y="969263"/>
                    <a:pt x="865123" y="965707"/>
                    <a:pt x="865123" y="962024"/>
                  </a:cubicBezTo>
                  <a:cubicBezTo>
                    <a:pt x="865123" y="958341"/>
                    <a:pt x="864742" y="954785"/>
                    <a:pt x="863980" y="951229"/>
                  </a:cubicBezTo>
                  <a:cubicBezTo>
                    <a:pt x="863218" y="947673"/>
                    <a:pt x="862202" y="944117"/>
                    <a:pt x="860678" y="940815"/>
                  </a:cubicBezTo>
                  <a:cubicBezTo>
                    <a:pt x="859154" y="937513"/>
                    <a:pt x="857503" y="934211"/>
                    <a:pt x="855344" y="931290"/>
                  </a:cubicBezTo>
                  <a:cubicBezTo>
                    <a:pt x="853186" y="928369"/>
                    <a:pt x="850900" y="925575"/>
                    <a:pt x="848233" y="923035"/>
                  </a:cubicBezTo>
                  <a:cubicBezTo>
                    <a:pt x="845566" y="920495"/>
                    <a:pt x="842772" y="918209"/>
                    <a:pt x="839597" y="916304"/>
                  </a:cubicBezTo>
                  <a:cubicBezTo>
                    <a:pt x="836422" y="914399"/>
                    <a:pt x="833247" y="912748"/>
                    <a:pt x="829818" y="911478"/>
                  </a:cubicBezTo>
                  <a:cubicBezTo>
                    <a:pt x="826389" y="910208"/>
                    <a:pt x="822833" y="909319"/>
                    <a:pt x="819277" y="908684"/>
                  </a:cubicBezTo>
                  <a:cubicBezTo>
                    <a:pt x="816483" y="908303"/>
                    <a:pt x="813689" y="908049"/>
                    <a:pt x="810895" y="908049"/>
                  </a:cubicBezTo>
                  <a:cubicBezTo>
                    <a:pt x="810133" y="908049"/>
                    <a:pt x="809244" y="908049"/>
                    <a:pt x="808482" y="908049"/>
                  </a:cubicBezTo>
                  <a:cubicBezTo>
                    <a:pt x="754380" y="907922"/>
                    <a:pt x="700278" y="907795"/>
                    <a:pt x="646303" y="907795"/>
                  </a:cubicBezTo>
                  <a:close/>
                  <a:moveTo>
                    <a:pt x="1295399" y="907795"/>
                  </a:moveTo>
                  <a:cubicBezTo>
                    <a:pt x="1207261" y="907795"/>
                    <a:pt x="1119123" y="908049"/>
                    <a:pt x="1031112" y="908430"/>
                  </a:cubicBezTo>
                  <a:cubicBezTo>
                    <a:pt x="1018539" y="908811"/>
                    <a:pt x="1006856" y="912367"/>
                    <a:pt x="996187" y="918971"/>
                  </a:cubicBezTo>
                  <a:cubicBezTo>
                    <a:pt x="991488" y="922019"/>
                    <a:pt x="987424" y="925829"/>
                    <a:pt x="983995" y="930274"/>
                  </a:cubicBezTo>
                  <a:cubicBezTo>
                    <a:pt x="980566" y="934719"/>
                    <a:pt x="977899" y="939672"/>
                    <a:pt x="976121" y="945006"/>
                  </a:cubicBezTo>
                  <a:cubicBezTo>
                    <a:pt x="974343" y="950340"/>
                    <a:pt x="973327" y="955801"/>
                    <a:pt x="973327" y="961389"/>
                  </a:cubicBezTo>
                  <a:cubicBezTo>
                    <a:pt x="973327" y="966977"/>
                    <a:pt x="974216" y="972438"/>
                    <a:pt x="975994" y="977772"/>
                  </a:cubicBezTo>
                  <a:cubicBezTo>
                    <a:pt x="977645" y="983106"/>
                    <a:pt x="979931" y="988186"/>
                    <a:pt x="983106" y="992758"/>
                  </a:cubicBezTo>
                  <a:cubicBezTo>
                    <a:pt x="986281" y="997330"/>
                    <a:pt x="990091" y="1001394"/>
                    <a:pt x="994409" y="1004823"/>
                  </a:cubicBezTo>
                  <a:cubicBezTo>
                    <a:pt x="998727" y="1008252"/>
                    <a:pt x="1003681" y="1010919"/>
                    <a:pt x="1009014" y="1012824"/>
                  </a:cubicBezTo>
                  <a:cubicBezTo>
                    <a:pt x="1014348" y="1014729"/>
                    <a:pt x="1019682" y="1015745"/>
                    <a:pt x="1025270" y="1015872"/>
                  </a:cubicBezTo>
                  <a:cubicBezTo>
                    <a:pt x="1031493" y="1016126"/>
                    <a:pt x="1037589" y="1016253"/>
                    <a:pt x="1043812" y="1016253"/>
                  </a:cubicBezTo>
                  <a:cubicBezTo>
                    <a:pt x="1056131" y="1016253"/>
                    <a:pt x="1068196" y="1015872"/>
                    <a:pt x="1080388" y="1015872"/>
                  </a:cubicBezTo>
                  <a:lnTo>
                    <a:pt x="1080388" y="2300348"/>
                  </a:lnTo>
                  <a:cubicBezTo>
                    <a:pt x="1068831" y="2300348"/>
                    <a:pt x="1057528" y="2300221"/>
                    <a:pt x="1046352" y="2300221"/>
                  </a:cubicBezTo>
                  <a:cubicBezTo>
                    <a:pt x="1040764" y="2300221"/>
                    <a:pt x="1035176" y="2300221"/>
                    <a:pt x="1029588" y="2300348"/>
                  </a:cubicBezTo>
                  <a:cubicBezTo>
                    <a:pt x="1028826" y="2300348"/>
                    <a:pt x="1027937" y="2300348"/>
                    <a:pt x="1027175" y="2300348"/>
                  </a:cubicBezTo>
                  <a:cubicBezTo>
                    <a:pt x="1024381" y="2300348"/>
                    <a:pt x="1021587" y="2300602"/>
                    <a:pt x="1018793" y="2300983"/>
                  </a:cubicBezTo>
                  <a:cubicBezTo>
                    <a:pt x="1015237" y="2301618"/>
                    <a:pt x="1011681" y="2302507"/>
                    <a:pt x="1008379" y="2303777"/>
                  </a:cubicBezTo>
                  <a:cubicBezTo>
                    <a:pt x="1005077" y="2305047"/>
                    <a:pt x="1001775" y="2306698"/>
                    <a:pt x="998727" y="2308603"/>
                  </a:cubicBezTo>
                  <a:cubicBezTo>
                    <a:pt x="995679" y="2310508"/>
                    <a:pt x="992885" y="2312794"/>
                    <a:pt x="990218" y="2315334"/>
                  </a:cubicBezTo>
                  <a:cubicBezTo>
                    <a:pt x="987551" y="2317874"/>
                    <a:pt x="985265" y="2320668"/>
                    <a:pt x="983233" y="2323589"/>
                  </a:cubicBezTo>
                  <a:cubicBezTo>
                    <a:pt x="981201" y="2326510"/>
                    <a:pt x="979423" y="2329812"/>
                    <a:pt x="978026" y="2333114"/>
                  </a:cubicBezTo>
                  <a:cubicBezTo>
                    <a:pt x="976629" y="2336416"/>
                    <a:pt x="975486" y="2339972"/>
                    <a:pt x="974851" y="2343528"/>
                  </a:cubicBezTo>
                  <a:lnTo>
                    <a:pt x="1513331" y="2343528"/>
                  </a:lnTo>
                  <a:cubicBezTo>
                    <a:pt x="1513204" y="2343147"/>
                    <a:pt x="1513204" y="2342766"/>
                    <a:pt x="1513077" y="2342385"/>
                  </a:cubicBezTo>
                  <a:cubicBezTo>
                    <a:pt x="1512315" y="2338956"/>
                    <a:pt x="1511172" y="2335527"/>
                    <a:pt x="1509648" y="2332352"/>
                  </a:cubicBezTo>
                  <a:cubicBezTo>
                    <a:pt x="1508124" y="2329177"/>
                    <a:pt x="1506473" y="2326002"/>
                    <a:pt x="1504314" y="2323081"/>
                  </a:cubicBezTo>
                  <a:cubicBezTo>
                    <a:pt x="1502155" y="2320160"/>
                    <a:pt x="1499869" y="2317493"/>
                    <a:pt x="1497329" y="2315080"/>
                  </a:cubicBezTo>
                  <a:cubicBezTo>
                    <a:pt x="1494789" y="2312667"/>
                    <a:pt x="1491995" y="2310508"/>
                    <a:pt x="1488947" y="2308603"/>
                  </a:cubicBezTo>
                  <a:cubicBezTo>
                    <a:pt x="1485899" y="2306698"/>
                    <a:pt x="1482724" y="2305174"/>
                    <a:pt x="1479422" y="2303904"/>
                  </a:cubicBezTo>
                  <a:cubicBezTo>
                    <a:pt x="1476120" y="2302634"/>
                    <a:pt x="1472691" y="2301745"/>
                    <a:pt x="1469135" y="2301110"/>
                  </a:cubicBezTo>
                  <a:cubicBezTo>
                    <a:pt x="1466087" y="2300602"/>
                    <a:pt x="1463166" y="2300348"/>
                    <a:pt x="1460118" y="2300348"/>
                  </a:cubicBezTo>
                  <a:cubicBezTo>
                    <a:pt x="1459610" y="2300348"/>
                    <a:pt x="1458975" y="2300348"/>
                    <a:pt x="1458467" y="2300348"/>
                  </a:cubicBezTo>
                  <a:cubicBezTo>
                    <a:pt x="1452879" y="2300221"/>
                    <a:pt x="1447418" y="2300221"/>
                    <a:pt x="1441830" y="2300221"/>
                  </a:cubicBezTo>
                  <a:cubicBezTo>
                    <a:pt x="1430654" y="2300221"/>
                    <a:pt x="1419351" y="2300348"/>
                    <a:pt x="1406905" y="2300348"/>
                  </a:cubicBezTo>
                  <a:lnTo>
                    <a:pt x="1406905" y="1015999"/>
                  </a:lnTo>
                  <a:cubicBezTo>
                    <a:pt x="1418208" y="1015999"/>
                    <a:pt x="1429130" y="1016253"/>
                    <a:pt x="1439798" y="1016253"/>
                  </a:cubicBezTo>
                  <a:cubicBezTo>
                    <a:pt x="1445132" y="1016253"/>
                    <a:pt x="1450466" y="1016253"/>
                    <a:pt x="1455800" y="1015999"/>
                  </a:cubicBezTo>
                  <a:cubicBezTo>
                    <a:pt x="1457324" y="1016126"/>
                    <a:pt x="1458721" y="1016126"/>
                    <a:pt x="1460245" y="1016126"/>
                  </a:cubicBezTo>
                  <a:cubicBezTo>
                    <a:pt x="1462404" y="1016126"/>
                    <a:pt x="1464690" y="1015999"/>
                    <a:pt x="1466849" y="1015745"/>
                  </a:cubicBezTo>
                  <a:cubicBezTo>
                    <a:pt x="1470532" y="1015237"/>
                    <a:pt x="1474088" y="1014475"/>
                    <a:pt x="1477644" y="1013205"/>
                  </a:cubicBezTo>
                  <a:cubicBezTo>
                    <a:pt x="1481200" y="1011935"/>
                    <a:pt x="1484502" y="1010411"/>
                    <a:pt x="1487677" y="1008506"/>
                  </a:cubicBezTo>
                  <a:cubicBezTo>
                    <a:pt x="1490852" y="1006601"/>
                    <a:pt x="1493773" y="1004442"/>
                    <a:pt x="1496567" y="1001902"/>
                  </a:cubicBezTo>
                  <a:cubicBezTo>
                    <a:pt x="1499361" y="999362"/>
                    <a:pt x="1501774" y="996695"/>
                    <a:pt x="1503933" y="993647"/>
                  </a:cubicBezTo>
                  <a:cubicBezTo>
                    <a:pt x="1506092" y="990599"/>
                    <a:pt x="1507997" y="987424"/>
                    <a:pt x="1509521" y="984122"/>
                  </a:cubicBezTo>
                  <a:cubicBezTo>
                    <a:pt x="1511045" y="980820"/>
                    <a:pt x="1512188" y="977264"/>
                    <a:pt x="1512950" y="973581"/>
                  </a:cubicBezTo>
                  <a:cubicBezTo>
                    <a:pt x="1513712" y="969898"/>
                    <a:pt x="1514093" y="966342"/>
                    <a:pt x="1514220" y="962659"/>
                  </a:cubicBezTo>
                  <a:cubicBezTo>
                    <a:pt x="1514347" y="958976"/>
                    <a:pt x="1513966" y="955293"/>
                    <a:pt x="1513204" y="951610"/>
                  </a:cubicBezTo>
                  <a:cubicBezTo>
                    <a:pt x="1512442" y="947927"/>
                    <a:pt x="1511426" y="944498"/>
                    <a:pt x="1510029" y="941069"/>
                  </a:cubicBezTo>
                  <a:cubicBezTo>
                    <a:pt x="1508632" y="937640"/>
                    <a:pt x="1506854" y="934465"/>
                    <a:pt x="1504695" y="931417"/>
                  </a:cubicBezTo>
                  <a:cubicBezTo>
                    <a:pt x="1502536" y="928369"/>
                    <a:pt x="1500123" y="925575"/>
                    <a:pt x="1497456" y="923035"/>
                  </a:cubicBezTo>
                  <a:cubicBezTo>
                    <a:pt x="1494789" y="920495"/>
                    <a:pt x="1491868" y="918209"/>
                    <a:pt x="1488693" y="916304"/>
                  </a:cubicBezTo>
                  <a:cubicBezTo>
                    <a:pt x="1485518" y="914399"/>
                    <a:pt x="1482216" y="912748"/>
                    <a:pt x="1478787" y="911478"/>
                  </a:cubicBezTo>
                  <a:cubicBezTo>
                    <a:pt x="1475358" y="910208"/>
                    <a:pt x="1471675" y="909319"/>
                    <a:pt x="1467992" y="908684"/>
                  </a:cubicBezTo>
                  <a:cubicBezTo>
                    <a:pt x="1465452" y="908303"/>
                    <a:pt x="1462912" y="908176"/>
                    <a:pt x="1460245" y="908176"/>
                  </a:cubicBezTo>
                  <a:cubicBezTo>
                    <a:pt x="1459102" y="908176"/>
                    <a:pt x="1458086" y="908176"/>
                    <a:pt x="1456943" y="908303"/>
                  </a:cubicBezTo>
                  <a:cubicBezTo>
                    <a:pt x="1403095" y="908176"/>
                    <a:pt x="1349374" y="908049"/>
                    <a:pt x="1295526" y="908049"/>
                  </a:cubicBezTo>
                  <a:close/>
                  <a:moveTo>
                    <a:pt x="1892680" y="907922"/>
                  </a:moveTo>
                  <a:cubicBezTo>
                    <a:pt x="1821179" y="907922"/>
                    <a:pt x="1749551" y="908049"/>
                    <a:pt x="1678050" y="908176"/>
                  </a:cubicBezTo>
                  <a:cubicBezTo>
                    <a:pt x="1677415" y="908176"/>
                    <a:pt x="1676780" y="908176"/>
                    <a:pt x="1676272" y="908176"/>
                  </a:cubicBezTo>
                  <a:cubicBezTo>
                    <a:pt x="1673224" y="908176"/>
                    <a:pt x="1670176" y="908430"/>
                    <a:pt x="1667255" y="908938"/>
                  </a:cubicBezTo>
                  <a:cubicBezTo>
                    <a:pt x="1663699" y="909573"/>
                    <a:pt x="1660143" y="910589"/>
                    <a:pt x="1656714" y="911859"/>
                  </a:cubicBezTo>
                  <a:cubicBezTo>
                    <a:pt x="1653285" y="913129"/>
                    <a:pt x="1650110" y="914780"/>
                    <a:pt x="1647062" y="916812"/>
                  </a:cubicBezTo>
                  <a:cubicBezTo>
                    <a:pt x="1644014" y="918844"/>
                    <a:pt x="1641093" y="921003"/>
                    <a:pt x="1638553" y="923543"/>
                  </a:cubicBezTo>
                  <a:cubicBezTo>
                    <a:pt x="1636013" y="926083"/>
                    <a:pt x="1633600" y="928877"/>
                    <a:pt x="1631568" y="931925"/>
                  </a:cubicBezTo>
                  <a:cubicBezTo>
                    <a:pt x="1629536" y="934973"/>
                    <a:pt x="1627758" y="938148"/>
                    <a:pt x="1626361" y="941450"/>
                  </a:cubicBezTo>
                  <a:cubicBezTo>
                    <a:pt x="1624964" y="944752"/>
                    <a:pt x="1623821" y="948308"/>
                    <a:pt x="1623186" y="951864"/>
                  </a:cubicBezTo>
                  <a:cubicBezTo>
                    <a:pt x="1622551" y="955420"/>
                    <a:pt x="1622170" y="958976"/>
                    <a:pt x="1622170" y="962659"/>
                  </a:cubicBezTo>
                  <a:cubicBezTo>
                    <a:pt x="1622170" y="966342"/>
                    <a:pt x="1622551" y="969898"/>
                    <a:pt x="1623313" y="973454"/>
                  </a:cubicBezTo>
                  <a:cubicBezTo>
                    <a:pt x="1624075" y="977010"/>
                    <a:pt x="1625218" y="980439"/>
                    <a:pt x="1626742" y="983868"/>
                  </a:cubicBezTo>
                  <a:cubicBezTo>
                    <a:pt x="1628266" y="987297"/>
                    <a:pt x="1630044" y="990345"/>
                    <a:pt x="1632076" y="993393"/>
                  </a:cubicBezTo>
                  <a:cubicBezTo>
                    <a:pt x="1634108" y="996441"/>
                    <a:pt x="1636521" y="999108"/>
                    <a:pt x="1639188" y="1001521"/>
                  </a:cubicBezTo>
                  <a:cubicBezTo>
                    <a:pt x="1641855" y="1003934"/>
                    <a:pt x="1644776" y="1006220"/>
                    <a:pt x="1647824" y="1008125"/>
                  </a:cubicBezTo>
                  <a:cubicBezTo>
                    <a:pt x="1650872" y="1010030"/>
                    <a:pt x="1654174" y="1011554"/>
                    <a:pt x="1657603" y="1012824"/>
                  </a:cubicBezTo>
                  <a:cubicBezTo>
                    <a:pt x="1661032" y="1014094"/>
                    <a:pt x="1664588" y="1014983"/>
                    <a:pt x="1668144" y="1015491"/>
                  </a:cubicBezTo>
                  <a:cubicBezTo>
                    <a:pt x="1670811" y="1015872"/>
                    <a:pt x="1673351" y="1016126"/>
                    <a:pt x="1676018" y="1016126"/>
                  </a:cubicBezTo>
                  <a:cubicBezTo>
                    <a:pt x="1677034" y="1016126"/>
                    <a:pt x="1678050" y="1016126"/>
                    <a:pt x="1678939" y="1015999"/>
                  </a:cubicBezTo>
                  <a:cubicBezTo>
                    <a:pt x="1684527" y="1016126"/>
                    <a:pt x="1689988" y="1016126"/>
                    <a:pt x="1695576" y="1016126"/>
                  </a:cubicBezTo>
                  <a:cubicBezTo>
                    <a:pt x="1706625" y="1016126"/>
                    <a:pt x="1717674" y="1015999"/>
                    <a:pt x="1728977" y="1015999"/>
                  </a:cubicBezTo>
                  <a:lnTo>
                    <a:pt x="1728977" y="2300348"/>
                  </a:lnTo>
                  <a:cubicBezTo>
                    <a:pt x="1717039" y="2300348"/>
                    <a:pt x="1705736" y="2300221"/>
                    <a:pt x="1694687" y="2300221"/>
                  </a:cubicBezTo>
                  <a:cubicBezTo>
                    <a:pt x="1689099" y="2300221"/>
                    <a:pt x="1683638" y="2300221"/>
                    <a:pt x="1678304" y="2300348"/>
                  </a:cubicBezTo>
                  <a:lnTo>
                    <a:pt x="1678304" y="2300221"/>
                  </a:lnTo>
                  <a:cubicBezTo>
                    <a:pt x="1677542" y="2300221"/>
                    <a:pt x="1676907" y="2300221"/>
                    <a:pt x="1676145" y="2300221"/>
                  </a:cubicBezTo>
                  <a:cubicBezTo>
                    <a:pt x="1673351" y="2300221"/>
                    <a:pt x="1670430" y="2300475"/>
                    <a:pt x="1667636" y="2300983"/>
                  </a:cubicBezTo>
                  <a:cubicBezTo>
                    <a:pt x="1664080" y="2301491"/>
                    <a:pt x="1660651" y="2302507"/>
                    <a:pt x="1657349" y="2303650"/>
                  </a:cubicBezTo>
                  <a:cubicBezTo>
                    <a:pt x="1654047" y="2304793"/>
                    <a:pt x="1650745" y="2306444"/>
                    <a:pt x="1647824" y="2308349"/>
                  </a:cubicBezTo>
                  <a:cubicBezTo>
                    <a:pt x="1644903" y="2310254"/>
                    <a:pt x="1641982" y="2312413"/>
                    <a:pt x="1639315" y="2314826"/>
                  </a:cubicBezTo>
                  <a:cubicBezTo>
                    <a:pt x="1636648" y="2317239"/>
                    <a:pt x="1634362" y="2320033"/>
                    <a:pt x="1632330" y="2322954"/>
                  </a:cubicBezTo>
                  <a:cubicBezTo>
                    <a:pt x="1630298" y="2325875"/>
                    <a:pt x="1628520" y="2329050"/>
                    <a:pt x="1626996" y="2332225"/>
                  </a:cubicBezTo>
                  <a:cubicBezTo>
                    <a:pt x="1625472" y="2335400"/>
                    <a:pt x="1624456" y="2338829"/>
                    <a:pt x="1623694" y="2342385"/>
                  </a:cubicBezTo>
                  <a:cubicBezTo>
                    <a:pt x="1623567" y="2342766"/>
                    <a:pt x="1623567" y="2343147"/>
                    <a:pt x="1623440" y="2343528"/>
                  </a:cubicBezTo>
                  <a:lnTo>
                    <a:pt x="2162047" y="2343528"/>
                  </a:lnTo>
                  <a:cubicBezTo>
                    <a:pt x="2161920" y="2343147"/>
                    <a:pt x="2161920" y="2342766"/>
                    <a:pt x="2161793" y="2342385"/>
                  </a:cubicBezTo>
                  <a:cubicBezTo>
                    <a:pt x="2161031" y="2338956"/>
                    <a:pt x="2159888" y="2335527"/>
                    <a:pt x="2158491" y="2332225"/>
                  </a:cubicBezTo>
                  <a:cubicBezTo>
                    <a:pt x="2157094" y="2328923"/>
                    <a:pt x="2155316" y="2325875"/>
                    <a:pt x="2153284" y="2322954"/>
                  </a:cubicBezTo>
                  <a:cubicBezTo>
                    <a:pt x="2151252" y="2320033"/>
                    <a:pt x="2148966" y="2317366"/>
                    <a:pt x="2146299" y="2314953"/>
                  </a:cubicBezTo>
                  <a:cubicBezTo>
                    <a:pt x="2143632" y="2312540"/>
                    <a:pt x="2140965" y="2310254"/>
                    <a:pt x="2137917" y="2308349"/>
                  </a:cubicBezTo>
                  <a:cubicBezTo>
                    <a:pt x="2134869" y="2306444"/>
                    <a:pt x="2131694" y="2304920"/>
                    <a:pt x="2128392" y="2303650"/>
                  </a:cubicBezTo>
                  <a:cubicBezTo>
                    <a:pt x="2125090" y="2302380"/>
                    <a:pt x="2121661" y="2301491"/>
                    <a:pt x="2118105" y="2300856"/>
                  </a:cubicBezTo>
                  <a:cubicBezTo>
                    <a:pt x="2115184" y="2300348"/>
                    <a:pt x="2112263" y="2300094"/>
                    <a:pt x="2109215" y="2300094"/>
                  </a:cubicBezTo>
                  <a:cubicBezTo>
                    <a:pt x="2108580" y="2300094"/>
                    <a:pt x="2108072" y="2300094"/>
                    <a:pt x="2107437" y="2300094"/>
                  </a:cubicBezTo>
                  <a:cubicBezTo>
                    <a:pt x="2101849" y="2299967"/>
                    <a:pt x="2096388" y="2299967"/>
                    <a:pt x="2090800" y="2299967"/>
                  </a:cubicBezTo>
                  <a:cubicBezTo>
                    <a:pt x="2079624" y="2299967"/>
                    <a:pt x="2068321" y="2300094"/>
                    <a:pt x="2055875" y="2300094"/>
                  </a:cubicBezTo>
                  <a:lnTo>
                    <a:pt x="2055875" y="1015999"/>
                  </a:lnTo>
                  <a:cubicBezTo>
                    <a:pt x="2067432" y="1015999"/>
                    <a:pt x="2078735" y="1016126"/>
                    <a:pt x="2089784" y="1016126"/>
                  </a:cubicBezTo>
                  <a:cubicBezTo>
                    <a:pt x="2095372" y="1016126"/>
                    <a:pt x="2100833" y="1016126"/>
                    <a:pt x="2106294" y="1015999"/>
                  </a:cubicBezTo>
                  <a:cubicBezTo>
                    <a:pt x="2107310" y="1015999"/>
                    <a:pt x="2108326" y="1016126"/>
                    <a:pt x="2109215" y="1016126"/>
                  </a:cubicBezTo>
                  <a:cubicBezTo>
                    <a:pt x="2111882" y="1016126"/>
                    <a:pt x="2114422" y="1015999"/>
                    <a:pt x="2117089" y="1015491"/>
                  </a:cubicBezTo>
                  <a:cubicBezTo>
                    <a:pt x="2120772" y="1014983"/>
                    <a:pt x="2124201" y="1013967"/>
                    <a:pt x="2127630" y="1012824"/>
                  </a:cubicBezTo>
                  <a:cubicBezTo>
                    <a:pt x="2131059" y="1011681"/>
                    <a:pt x="2134361" y="1010030"/>
                    <a:pt x="2137409" y="1007998"/>
                  </a:cubicBezTo>
                  <a:cubicBezTo>
                    <a:pt x="2140457" y="1005966"/>
                    <a:pt x="2143378" y="1003934"/>
                    <a:pt x="2146045" y="1001394"/>
                  </a:cubicBezTo>
                  <a:cubicBezTo>
                    <a:pt x="2148712" y="998854"/>
                    <a:pt x="2151125" y="996187"/>
                    <a:pt x="2153157" y="993139"/>
                  </a:cubicBezTo>
                  <a:cubicBezTo>
                    <a:pt x="2155189" y="990091"/>
                    <a:pt x="2157094" y="987043"/>
                    <a:pt x="2158491" y="983741"/>
                  </a:cubicBezTo>
                  <a:cubicBezTo>
                    <a:pt x="2159888" y="980439"/>
                    <a:pt x="2161031" y="976883"/>
                    <a:pt x="2161793" y="973327"/>
                  </a:cubicBezTo>
                  <a:cubicBezTo>
                    <a:pt x="2162555" y="969771"/>
                    <a:pt x="2162936" y="966215"/>
                    <a:pt x="2162936" y="962532"/>
                  </a:cubicBezTo>
                  <a:cubicBezTo>
                    <a:pt x="2162936" y="958849"/>
                    <a:pt x="2162682" y="955293"/>
                    <a:pt x="2161920" y="951737"/>
                  </a:cubicBezTo>
                  <a:cubicBezTo>
                    <a:pt x="2161158" y="948181"/>
                    <a:pt x="2160142" y="944752"/>
                    <a:pt x="2158745" y="941323"/>
                  </a:cubicBezTo>
                  <a:cubicBezTo>
                    <a:pt x="2157348" y="937894"/>
                    <a:pt x="2155570" y="934719"/>
                    <a:pt x="2153538" y="931798"/>
                  </a:cubicBezTo>
                  <a:cubicBezTo>
                    <a:pt x="2151506" y="928877"/>
                    <a:pt x="2149220" y="926083"/>
                    <a:pt x="2146553" y="923416"/>
                  </a:cubicBezTo>
                  <a:cubicBezTo>
                    <a:pt x="2143886" y="920749"/>
                    <a:pt x="2141092" y="918590"/>
                    <a:pt x="2138044" y="916685"/>
                  </a:cubicBezTo>
                  <a:cubicBezTo>
                    <a:pt x="2134996" y="914780"/>
                    <a:pt x="2131694" y="913129"/>
                    <a:pt x="2128265" y="911859"/>
                  </a:cubicBezTo>
                  <a:cubicBezTo>
                    <a:pt x="2124836" y="910589"/>
                    <a:pt x="2121407" y="909573"/>
                    <a:pt x="2117724" y="909065"/>
                  </a:cubicBezTo>
                  <a:cubicBezTo>
                    <a:pt x="2114803" y="908557"/>
                    <a:pt x="2112009" y="908303"/>
                    <a:pt x="2109088" y="908303"/>
                  </a:cubicBezTo>
                  <a:cubicBezTo>
                    <a:pt x="2108326" y="908303"/>
                    <a:pt x="2107691" y="908303"/>
                    <a:pt x="2106929" y="908303"/>
                  </a:cubicBezTo>
                  <a:cubicBezTo>
                    <a:pt x="2035428" y="908049"/>
                    <a:pt x="1963800" y="908049"/>
                    <a:pt x="1892299" y="908049"/>
                  </a:cubicBezTo>
                  <a:close/>
                  <a:moveTo>
                    <a:pt x="1623440" y="2343401"/>
                  </a:moveTo>
                  <a:cubicBezTo>
                    <a:pt x="1622805" y="2346576"/>
                    <a:pt x="1622551" y="2349624"/>
                    <a:pt x="1622424" y="2352799"/>
                  </a:cubicBezTo>
                  <a:cubicBezTo>
                    <a:pt x="1622297" y="2356482"/>
                    <a:pt x="1622551" y="2360038"/>
                    <a:pt x="1623059" y="2363721"/>
                  </a:cubicBezTo>
                  <a:cubicBezTo>
                    <a:pt x="1623567" y="2367404"/>
                    <a:pt x="1624710" y="2370833"/>
                    <a:pt x="1625980" y="2374262"/>
                  </a:cubicBezTo>
                  <a:cubicBezTo>
                    <a:pt x="1627250" y="2377691"/>
                    <a:pt x="1629028" y="2380866"/>
                    <a:pt x="1630933" y="2383914"/>
                  </a:cubicBezTo>
                  <a:cubicBezTo>
                    <a:pt x="1632838" y="2386962"/>
                    <a:pt x="1635251" y="2389756"/>
                    <a:pt x="1637791" y="2392423"/>
                  </a:cubicBezTo>
                  <a:cubicBezTo>
                    <a:pt x="1640331" y="2395090"/>
                    <a:pt x="1643252" y="2397249"/>
                    <a:pt x="1646300" y="2399281"/>
                  </a:cubicBezTo>
                  <a:cubicBezTo>
                    <a:pt x="1649348" y="2401313"/>
                    <a:pt x="1652523" y="2402964"/>
                    <a:pt x="1655952" y="2404234"/>
                  </a:cubicBezTo>
                  <a:cubicBezTo>
                    <a:pt x="1659381" y="2405504"/>
                    <a:pt x="1662810" y="2406520"/>
                    <a:pt x="1666493" y="2407155"/>
                  </a:cubicBezTo>
                  <a:cubicBezTo>
                    <a:pt x="1669414" y="2407663"/>
                    <a:pt x="1672335" y="2407917"/>
                    <a:pt x="1675383" y="2407917"/>
                  </a:cubicBezTo>
                  <a:cubicBezTo>
                    <a:pt x="1676018" y="2407917"/>
                    <a:pt x="1676780" y="2407917"/>
                    <a:pt x="1677415" y="2407917"/>
                  </a:cubicBezTo>
                  <a:cubicBezTo>
                    <a:pt x="1749170" y="2408171"/>
                    <a:pt x="1820798" y="2408171"/>
                    <a:pt x="1892553" y="2408171"/>
                  </a:cubicBezTo>
                  <a:cubicBezTo>
                    <a:pt x="1964308" y="2408171"/>
                    <a:pt x="2036063" y="2408044"/>
                    <a:pt x="2107818" y="2407917"/>
                  </a:cubicBezTo>
                  <a:cubicBezTo>
                    <a:pt x="2108453" y="2407917"/>
                    <a:pt x="2109088" y="2407917"/>
                    <a:pt x="2109596" y="2407917"/>
                  </a:cubicBezTo>
                  <a:cubicBezTo>
                    <a:pt x="2112644" y="2407917"/>
                    <a:pt x="2115692" y="2407663"/>
                    <a:pt x="2118613" y="2407155"/>
                  </a:cubicBezTo>
                  <a:cubicBezTo>
                    <a:pt x="2122169" y="2406520"/>
                    <a:pt x="2125725" y="2405504"/>
                    <a:pt x="2129154" y="2404234"/>
                  </a:cubicBezTo>
                  <a:cubicBezTo>
                    <a:pt x="2132583" y="2402964"/>
                    <a:pt x="2135758" y="2401186"/>
                    <a:pt x="2138806" y="2399281"/>
                  </a:cubicBezTo>
                  <a:cubicBezTo>
                    <a:pt x="2141854" y="2397376"/>
                    <a:pt x="2144648" y="2394963"/>
                    <a:pt x="2147315" y="2392423"/>
                  </a:cubicBezTo>
                  <a:cubicBezTo>
                    <a:pt x="2149982" y="2389883"/>
                    <a:pt x="2152141" y="2386962"/>
                    <a:pt x="2154173" y="2383914"/>
                  </a:cubicBezTo>
                  <a:cubicBezTo>
                    <a:pt x="2156205" y="2380866"/>
                    <a:pt x="2157856" y="2377564"/>
                    <a:pt x="2159126" y="2374262"/>
                  </a:cubicBezTo>
                  <a:cubicBezTo>
                    <a:pt x="2160396" y="2370960"/>
                    <a:pt x="2161412" y="2367404"/>
                    <a:pt x="2162047" y="2363721"/>
                  </a:cubicBezTo>
                  <a:cubicBezTo>
                    <a:pt x="2162682" y="2360038"/>
                    <a:pt x="2162936" y="2356482"/>
                    <a:pt x="2162809" y="2352799"/>
                  </a:cubicBezTo>
                  <a:cubicBezTo>
                    <a:pt x="2162682" y="2349624"/>
                    <a:pt x="2162428" y="2346449"/>
                    <a:pt x="2161793" y="2343401"/>
                  </a:cubicBezTo>
                  <a:close/>
                  <a:moveTo>
                    <a:pt x="1513077" y="2343401"/>
                  </a:moveTo>
                  <a:cubicBezTo>
                    <a:pt x="1512442" y="2346957"/>
                    <a:pt x="1512061" y="2350513"/>
                    <a:pt x="1512061" y="2354196"/>
                  </a:cubicBezTo>
                  <a:cubicBezTo>
                    <a:pt x="1512061" y="2357879"/>
                    <a:pt x="1512315" y="2361308"/>
                    <a:pt x="1512950" y="2364864"/>
                  </a:cubicBezTo>
                  <a:cubicBezTo>
                    <a:pt x="1513585" y="2368420"/>
                    <a:pt x="1514601" y="2371849"/>
                    <a:pt x="1515998" y="2375151"/>
                  </a:cubicBezTo>
                  <a:cubicBezTo>
                    <a:pt x="1517395" y="2378453"/>
                    <a:pt x="1519046" y="2381628"/>
                    <a:pt x="1521078" y="2384549"/>
                  </a:cubicBezTo>
                  <a:cubicBezTo>
                    <a:pt x="1523110" y="2387470"/>
                    <a:pt x="1525396" y="2390264"/>
                    <a:pt x="1527936" y="2392804"/>
                  </a:cubicBezTo>
                  <a:cubicBezTo>
                    <a:pt x="1530476" y="2395344"/>
                    <a:pt x="1533270" y="2397630"/>
                    <a:pt x="1536318" y="2399535"/>
                  </a:cubicBezTo>
                  <a:cubicBezTo>
                    <a:pt x="1539366" y="2401440"/>
                    <a:pt x="1542541" y="2403091"/>
                    <a:pt x="1545843" y="2404361"/>
                  </a:cubicBezTo>
                  <a:cubicBezTo>
                    <a:pt x="1549145" y="2405631"/>
                    <a:pt x="1552574" y="2406647"/>
                    <a:pt x="1556130" y="2407282"/>
                  </a:cubicBezTo>
                  <a:cubicBezTo>
                    <a:pt x="1559051" y="2407790"/>
                    <a:pt x="1562099" y="2408044"/>
                    <a:pt x="1565020" y="2408044"/>
                  </a:cubicBezTo>
                  <a:cubicBezTo>
                    <a:pt x="1565655" y="2408044"/>
                    <a:pt x="1566163" y="2408044"/>
                    <a:pt x="1566798" y="2408044"/>
                  </a:cubicBezTo>
                  <a:cubicBezTo>
                    <a:pt x="1638553" y="2408298"/>
                    <a:pt x="1710181" y="2408298"/>
                    <a:pt x="1781936" y="2408298"/>
                  </a:cubicBezTo>
                  <a:cubicBezTo>
                    <a:pt x="1853691" y="2408298"/>
                    <a:pt x="1925446" y="2408171"/>
                    <a:pt x="1997201" y="2408044"/>
                  </a:cubicBezTo>
                  <a:cubicBezTo>
                    <a:pt x="1997836" y="2408044"/>
                    <a:pt x="1998344" y="2408044"/>
                    <a:pt x="1998979" y="2408044"/>
                  </a:cubicBezTo>
                  <a:cubicBezTo>
                    <a:pt x="2002027" y="2408044"/>
                    <a:pt x="2005075" y="2407790"/>
                    <a:pt x="2008123" y="2407282"/>
                  </a:cubicBezTo>
                  <a:cubicBezTo>
                    <a:pt x="2011679" y="2406647"/>
                    <a:pt x="2015235" y="2405631"/>
                    <a:pt x="2018664" y="2404361"/>
                  </a:cubicBezTo>
                  <a:cubicBezTo>
                    <a:pt x="2022093" y="2403091"/>
                    <a:pt x="2025268" y="2401313"/>
                    <a:pt x="2028316" y="2399408"/>
                  </a:cubicBezTo>
                  <a:cubicBezTo>
                    <a:pt x="2031364" y="2397503"/>
                    <a:pt x="2034158" y="2395090"/>
                    <a:pt x="2036825" y="2392550"/>
                  </a:cubicBezTo>
                  <a:cubicBezTo>
                    <a:pt x="2039492" y="2390010"/>
                    <a:pt x="2041778" y="2387089"/>
                    <a:pt x="2043810" y="2384041"/>
                  </a:cubicBezTo>
                  <a:cubicBezTo>
                    <a:pt x="2045842" y="2380993"/>
                    <a:pt x="2047493" y="2377818"/>
                    <a:pt x="2048890" y="2374389"/>
                  </a:cubicBezTo>
                  <a:cubicBezTo>
                    <a:pt x="2050287" y="2370960"/>
                    <a:pt x="2051303" y="2367531"/>
                    <a:pt x="2051938" y="2363975"/>
                  </a:cubicBezTo>
                  <a:cubicBezTo>
                    <a:pt x="2052573" y="2360419"/>
                    <a:pt x="2052827" y="2356736"/>
                    <a:pt x="2052700" y="2353053"/>
                  </a:cubicBezTo>
                  <a:cubicBezTo>
                    <a:pt x="2052573" y="2349878"/>
                    <a:pt x="2052192" y="2346703"/>
                    <a:pt x="2051557" y="2343528"/>
                  </a:cubicBezTo>
                  <a:close/>
                  <a:moveTo>
                    <a:pt x="1402460" y="2343528"/>
                  </a:moveTo>
                  <a:cubicBezTo>
                    <a:pt x="1401825" y="2346957"/>
                    <a:pt x="1401444" y="2350259"/>
                    <a:pt x="1401317" y="2353688"/>
                  </a:cubicBezTo>
                  <a:cubicBezTo>
                    <a:pt x="1401317" y="2357498"/>
                    <a:pt x="1401571" y="2361181"/>
                    <a:pt x="1402333" y="2364864"/>
                  </a:cubicBezTo>
                  <a:cubicBezTo>
                    <a:pt x="1403095" y="2368547"/>
                    <a:pt x="1404111" y="2372103"/>
                    <a:pt x="1405635" y="2375532"/>
                  </a:cubicBezTo>
                  <a:cubicBezTo>
                    <a:pt x="1407159" y="2378961"/>
                    <a:pt x="1408937" y="2382263"/>
                    <a:pt x="1411096" y="2385311"/>
                  </a:cubicBezTo>
                  <a:cubicBezTo>
                    <a:pt x="1413255" y="2388359"/>
                    <a:pt x="1415668" y="2391153"/>
                    <a:pt x="1418462" y="2393820"/>
                  </a:cubicBezTo>
                  <a:cubicBezTo>
                    <a:pt x="1421256" y="2396487"/>
                    <a:pt x="1424177" y="2398646"/>
                    <a:pt x="1427352" y="2400678"/>
                  </a:cubicBezTo>
                  <a:cubicBezTo>
                    <a:pt x="1430527" y="2402710"/>
                    <a:pt x="1433956" y="2404234"/>
                    <a:pt x="1437512" y="2405504"/>
                  </a:cubicBezTo>
                  <a:cubicBezTo>
                    <a:pt x="1441068" y="2406774"/>
                    <a:pt x="1444624" y="2407536"/>
                    <a:pt x="1448434" y="2408044"/>
                  </a:cubicBezTo>
                  <a:cubicBezTo>
                    <a:pt x="1450847" y="2408425"/>
                    <a:pt x="1453260" y="2408552"/>
                    <a:pt x="1455673" y="2408552"/>
                  </a:cubicBezTo>
                  <a:cubicBezTo>
                    <a:pt x="1456943" y="2408552"/>
                    <a:pt x="1458340" y="2408552"/>
                    <a:pt x="1459610" y="2408425"/>
                  </a:cubicBezTo>
                  <a:lnTo>
                    <a:pt x="1883790" y="2408425"/>
                  </a:lnTo>
                  <a:cubicBezTo>
                    <a:pt x="1885314" y="2408552"/>
                    <a:pt x="1886711" y="2408552"/>
                    <a:pt x="1888235" y="2408552"/>
                  </a:cubicBezTo>
                  <a:cubicBezTo>
                    <a:pt x="1890521" y="2408552"/>
                    <a:pt x="1892807" y="2408425"/>
                    <a:pt x="1895093" y="2408044"/>
                  </a:cubicBezTo>
                  <a:cubicBezTo>
                    <a:pt x="1898776" y="2407536"/>
                    <a:pt x="1902459" y="2406774"/>
                    <a:pt x="1906015" y="2405504"/>
                  </a:cubicBezTo>
                  <a:cubicBezTo>
                    <a:pt x="1909571" y="2404234"/>
                    <a:pt x="1913000" y="2402710"/>
                    <a:pt x="1916175" y="2400678"/>
                  </a:cubicBezTo>
                  <a:cubicBezTo>
                    <a:pt x="1919350" y="2398646"/>
                    <a:pt x="1922398" y="2396487"/>
                    <a:pt x="1925192" y="2393947"/>
                  </a:cubicBezTo>
                  <a:cubicBezTo>
                    <a:pt x="1927986" y="2391407"/>
                    <a:pt x="1930399" y="2388613"/>
                    <a:pt x="1932558" y="2385565"/>
                  </a:cubicBezTo>
                  <a:cubicBezTo>
                    <a:pt x="1934717" y="2382517"/>
                    <a:pt x="1936495" y="2379215"/>
                    <a:pt x="1938019" y="2375786"/>
                  </a:cubicBezTo>
                  <a:cubicBezTo>
                    <a:pt x="1939543" y="2372357"/>
                    <a:pt x="1940686" y="2368801"/>
                    <a:pt x="1941448" y="2365118"/>
                  </a:cubicBezTo>
                  <a:cubicBezTo>
                    <a:pt x="1942210" y="2361435"/>
                    <a:pt x="1942591" y="2357752"/>
                    <a:pt x="1942591" y="2353942"/>
                  </a:cubicBezTo>
                  <a:cubicBezTo>
                    <a:pt x="1942591" y="2350386"/>
                    <a:pt x="1942210" y="2346830"/>
                    <a:pt x="1941448" y="2343274"/>
                  </a:cubicBezTo>
                  <a:close/>
                  <a:moveTo>
                    <a:pt x="1841245" y="2593590"/>
                  </a:moveTo>
                  <a:cubicBezTo>
                    <a:pt x="1836165" y="2593590"/>
                    <a:pt x="1831085" y="2593844"/>
                    <a:pt x="1826132" y="2594352"/>
                  </a:cubicBezTo>
                  <a:cubicBezTo>
                    <a:pt x="1819655" y="2594987"/>
                    <a:pt x="1813432" y="2596892"/>
                    <a:pt x="1807590" y="2599813"/>
                  </a:cubicBezTo>
                  <a:cubicBezTo>
                    <a:pt x="1801748" y="2602734"/>
                    <a:pt x="1796668" y="2606671"/>
                    <a:pt x="1792223" y="2611497"/>
                  </a:cubicBezTo>
                  <a:cubicBezTo>
                    <a:pt x="1787778" y="2616323"/>
                    <a:pt x="1784349" y="2621784"/>
                    <a:pt x="1781936" y="2627880"/>
                  </a:cubicBezTo>
                  <a:cubicBezTo>
                    <a:pt x="1779523" y="2633976"/>
                    <a:pt x="1778253" y="2640326"/>
                    <a:pt x="1778126" y="2646803"/>
                  </a:cubicBezTo>
                  <a:cubicBezTo>
                    <a:pt x="1778126" y="2653534"/>
                    <a:pt x="1779269" y="2660011"/>
                    <a:pt x="1781555" y="2666234"/>
                  </a:cubicBezTo>
                  <a:cubicBezTo>
                    <a:pt x="1783841" y="2672457"/>
                    <a:pt x="1787270" y="2678172"/>
                    <a:pt x="1791715" y="2683125"/>
                  </a:cubicBezTo>
                  <a:cubicBezTo>
                    <a:pt x="1796160" y="2688078"/>
                    <a:pt x="1801367" y="2692142"/>
                    <a:pt x="1807209" y="2695317"/>
                  </a:cubicBezTo>
                  <a:cubicBezTo>
                    <a:pt x="1813051" y="2698492"/>
                    <a:pt x="1819401" y="2700270"/>
                    <a:pt x="1826132" y="2701032"/>
                  </a:cubicBezTo>
                  <a:cubicBezTo>
                    <a:pt x="1830069" y="2701413"/>
                    <a:pt x="1833879" y="2701540"/>
                    <a:pt x="1837816" y="2701540"/>
                  </a:cubicBezTo>
                  <a:cubicBezTo>
                    <a:pt x="1841753" y="2701540"/>
                    <a:pt x="1845563" y="2701413"/>
                    <a:pt x="1849500" y="2701413"/>
                  </a:cubicBezTo>
                  <a:lnTo>
                    <a:pt x="2254503" y="2701413"/>
                  </a:lnTo>
                  <a:cubicBezTo>
                    <a:pt x="2258440" y="2701413"/>
                    <a:pt x="2262250" y="2701540"/>
                    <a:pt x="2266187" y="2701540"/>
                  </a:cubicBezTo>
                  <a:cubicBezTo>
                    <a:pt x="2270124" y="2701540"/>
                    <a:pt x="2273934" y="2701413"/>
                    <a:pt x="2277871" y="2701032"/>
                  </a:cubicBezTo>
                  <a:cubicBezTo>
                    <a:pt x="2281808" y="2700651"/>
                    <a:pt x="2285618" y="2699762"/>
                    <a:pt x="2289301" y="2698365"/>
                  </a:cubicBezTo>
                  <a:cubicBezTo>
                    <a:pt x="2292984" y="2696968"/>
                    <a:pt x="2296540" y="2695317"/>
                    <a:pt x="2299969" y="2693285"/>
                  </a:cubicBezTo>
                  <a:cubicBezTo>
                    <a:pt x="2303398" y="2691253"/>
                    <a:pt x="2306446" y="2688840"/>
                    <a:pt x="2309240" y="2686046"/>
                  </a:cubicBezTo>
                  <a:cubicBezTo>
                    <a:pt x="2312034" y="2683252"/>
                    <a:pt x="2314574" y="2680204"/>
                    <a:pt x="2316733" y="2676902"/>
                  </a:cubicBezTo>
                  <a:cubicBezTo>
                    <a:pt x="2318892" y="2673600"/>
                    <a:pt x="2320670" y="2670044"/>
                    <a:pt x="2322067" y="2666361"/>
                  </a:cubicBezTo>
                  <a:cubicBezTo>
                    <a:pt x="2323464" y="2662678"/>
                    <a:pt x="2324353" y="2658868"/>
                    <a:pt x="2324988" y="2654931"/>
                  </a:cubicBezTo>
                  <a:cubicBezTo>
                    <a:pt x="2325623" y="2650994"/>
                    <a:pt x="2325623" y="2647057"/>
                    <a:pt x="2325242" y="2643120"/>
                  </a:cubicBezTo>
                  <a:cubicBezTo>
                    <a:pt x="2324861" y="2639183"/>
                    <a:pt x="2324099" y="2635373"/>
                    <a:pt x="2322956" y="2631563"/>
                  </a:cubicBezTo>
                  <a:cubicBezTo>
                    <a:pt x="2314828" y="2605274"/>
                    <a:pt x="2295016" y="2593590"/>
                    <a:pt x="2259456" y="2593590"/>
                  </a:cubicBezTo>
                  <a:lnTo>
                    <a:pt x="228727" y="2593590"/>
                  </a:lnTo>
                  <a:cubicBezTo>
                    <a:pt x="227584" y="2593590"/>
                    <a:pt x="226441" y="2593590"/>
                    <a:pt x="225298" y="2593590"/>
                  </a:cubicBezTo>
                  <a:close/>
                  <a:moveTo>
                    <a:pt x="65913" y="2887468"/>
                  </a:moveTo>
                  <a:cubicBezTo>
                    <a:pt x="61341" y="2887468"/>
                    <a:pt x="56642" y="2887468"/>
                    <a:pt x="51943" y="2887849"/>
                  </a:cubicBezTo>
                  <a:cubicBezTo>
                    <a:pt x="45085" y="2888103"/>
                    <a:pt x="38354" y="2889627"/>
                    <a:pt x="32004" y="2892294"/>
                  </a:cubicBezTo>
                  <a:cubicBezTo>
                    <a:pt x="25654" y="2894961"/>
                    <a:pt x="20066" y="2898898"/>
                    <a:pt x="15240" y="2903851"/>
                  </a:cubicBezTo>
                  <a:cubicBezTo>
                    <a:pt x="10414" y="2908804"/>
                    <a:pt x="6604" y="2914392"/>
                    <a:pt x="3937" y="2920869"/>
                  </a:cubicBezTo>
                  <a:cubicBezTo>
                    <a:pt x="1778" y="2926076"/>
                    <a:pt x="381" y="2931410"/>
                    <a:pt x="0" y="2936998"/>
                  </a:cubicBezTo>
                  <a:lnTo>
                    <a:pt x="0" y="2946650"/>
                  </a:lnTo>
                  <a:cubicBezTo>
                    <a:pt x="381" y="2951476"/>
                    <a:pt x="1524" y="2956175"/>
                    <a:pt x="3302" y="2960747"/>
                  </a:cubicBezTo>
                  <a:cubicBezTo>
                    <a:pt x="5715" y="2967224"/>
                    <a:pt x="9271" y="2973066"/>
                    <a:pt x="13970" y="2978146"/>
                  </a:cubicBezTo>
                  <a:cubicBezTo>
                    <a:pt x="18669" y="2983226"/>
                    <a:pt x="24130" y="2987290"/>
                    <a:pt x="30353" y="2990338"/>
                  </a:cubicBezTo>
                  <a:cubicBezTo>
                    <a:pt x="36576" y="2993386"/>
                    <a:pt x="43180" y="2995037"/>
                    <a:pt x="50038" y="2995545"/>
                  </a:cubicBezTo>
                  <a:cubicBezTo>
                    <a:pt x="56261" y="2995926"/>
                    <a:pt x="62357" y="2995926"/>
                    <a:pt x="68707" y="2995926"/>
                  </a:cubicBezTo>
                  <a:lnTo>
                    <a:pt x="2418841" y="2995926"/>
                  </a:lnTo>
                  <a:cubicBezTo>
                    <a:pt x="2425064" y="2995926"/>
                    <a:pt x="2431286" y="2995926"/>
                    <a:pt x="2437510" y="2995545"/>
                  </a:cubicBezTo>
                  <a:cubicBezTo>
                    <a:pt x="2444367" y="2995037"/>
                    <a:pt x="2450845" y="2993259"/>
                    <a:pt x="2457067" y="2990211"/>
                  </a:cubicBezTo>
                  <a:cubicBezTo>
                    <a:pt x="2463291" y="2987163"/>
                    <a:pt x="2468625" y="2983099"/>
                    <a:pt x="2473323" y="2978019"/>
                  </a:cubicBezTo>
                  <a:cubicBezTo>
                    <a:pt x="2478023" y="2972939"/>
                    <a:pt x="2481451" y="2967224"/>
                    <a:pt x="2483864" y="2960747"/>
                  </a:cubicBezTo>
                  <a:cubicBezTo>
                    <a:pt x="2484754" y="2958334"/>
                    <a:pt x="2485516" y="2955794"/>
                    <a:pt x="2486151" y="2953254"/>
                  </a:cubicBezTo>
                  <a:lnTo>
                    <a:pt x="2486151" y="2930013"/>
                  </a:lnTo>
                  <a:cubicBezTo>
                    <a:pt x="2485516" y="2926965"/>
                    <a:pt x="2484500" y="2924044"/>
                    <a:pt x="2483357" y="2921123"/>
                  </a:cubicBezTo>
                  <a:cubicBezTo>
                    <a:pt x="2480817" y="2914773"/>
                    <a:pt x="2477133" y="2909185"/>
                    <a:pt x="2472308" y="2904232"/>
                  </a:cubicBezTo>
                  <a:cubicBezTo>
                    <a:pt x="2467482" y="2899279"/>
                    <a:pt x="2462020" y="2895342"/>
                    <a:pt x="2455798" y="2892548"/>
                  </a:cubicBezTo>
                  <a:cubicBezTo>
                    <a:pt x="2449575" y="2889754"/>
                    <a:pt x="2442970" y="2888103"/>
                    <a:pt x="2436113" y="2887722"/>
                  </a:cubicBezTo>
                  <a:cubicBezTo>
                    <a:pt x="2431414" y="2887341"/>
                    <a:pt x="2426842" y="2887341"/>
                    <a:pt x="2422142" y="2887341"/>
                  </a:cubicBezTo>
                  <a:close/>
                </a:path>
              </a:pathLst>
            </a:custGeom>
            <a:solidFill>
              <a:srgbClr val="E3DBCD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5502318" y="849211"/>
            <a:ext cx="2785681" cy="9437789"/>
            <a:chOff x="0" y="0"/>
            <a:chExt cx="3714242" cy="12583719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3714242" cy="12583668"/>
            </a:xfrm>
            <a:custGeom>
              <a:avLst/>
              <a:gdLst/>
              <a:ahLst/>
              <a:cxnLst/>
              <a:rect r="r" b="b" t="t" l="l"/>
              <a:pathLst>
                <a:path h="12583668" w="3714242">
                  <a:moveTo>
                    <a:pt x="0" y="0"/>
                  </a:moveTo>
                  <a:lnTo>
                    <a:pt x="3714242" y="0"/>
                  </a:lnTo>
                  <a:lnTo>
                    <a:pt x="3714242" y="12583668"/>
                  </a:lnTo>
                  <a:lnTo>
                    <a:pt x="0" y="12583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-422122" b="-8695"/>
              </a:stretch>
            </a:blip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0" y="1375410"/>
            <a:ext cx="2059629" cy="8911590"/>
            <a:chOff x="0" y="0"/>
            <a:chExt cx="2746172" cy="1188212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746121" cy="11882120"/>
            </a:xfrm>
            <a:custGeom>
              <a:avLst/>
              <a:gdLst/>
              <a:ahLst/>
              <a:cxnLst/>
              <a:rect r="r" b="b" t="t" l="l"/>
              <a:pathLst>
                <a:path h="11882120" w="2746121">
                  <a:moveTo>
                    <a:pt x="0" y="0"/>
                  </a:moveTo>
                  <a:lnTo>
                    <a:pt x="2746121" y="0"/>
                  </a:lnTo>
                  <a:lnTo>
                    <a:pt x="2746121" y="11882120"/>
                  </a:lnTo>
                  <a:lnTo>
                    <a:pt x="0" y="118821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606190" t="0" r="-1" b="-15113"/>
              </a:stretch>
            </a:blip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2985030" y="4167426"/>
            <a:ext cx="2844594" cy="3010157"/>
            <a:chOff x="0" y="0"/>
            <a:chExt cx="2844597" cy="3010154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2844546" cy="3010154"/>
            </a:xfrm>
            <a:custGeom>
              <a:avLst/>
              <a:gdLst/>
              <a:ahLst/>
              <a:cxnLst/>
              <a:rect r="r" b="b" t="t" l="l"/>
              <a:pathLst>
                <a:path h="3010154" w="2844546">
                  <a:moveTo>
                    <a:pt x="0" y="3010154"/>
                  </a:moveTo>
                  <a:lnTo>
                    <a:pt x="2844546" y="3010154"/>
                  </a:lnTo>
                  <a:lnTo>
                    <a:pt x="2844546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8042177" y="4492523"/>
            <a:ext cx="1660617" cy="2306412"/>
            <a:chOff x="0" y="0"/>
            <a:chExt cx="1660614" cy="2306409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660652" cy="2306447"/>
            </a:xfrm>
            <a:custGeom>
              <a:avLst/>
              <a:gdLst/>
              <a:ahLst/>
              <a:cxnLst/>
              <a:rect r="r" b="b" t="t" l="l"/>
              <a:pathLst>
                <a:path h="2306447" w="1660652">
                  <a:moveTo>
                    <a:pt x="0" y="2306447"/>
                  </a:moveTo>
                  <a:lnTo>
                    <a:pt x="1660652" y="2306447"/>
                  </a:lnTo>
                  <a:lnTo>
                    <a:pt x="166065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12425258" y="4151386"/>
            <a:ext cx="2489502" cy="2999413"/>
            <a:chOff x="0" y="0"/>
            <a:chExt cx="2489505" cy="299941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2489454" cy="2999359"/>
            </a:xfrm>
            <a:custGeom>
              <a:avLst/>
              <a:gdLst/>
              <a:ahLst/>
              <a:cxnLst/>
              <a:rect r="r" b="b" t="t" l="l"/>
              <a:pathLst>
                <a:path h="2999359" w="2489454">
                  <a:moveTo>
                    <a:pt x="0" y="2999359"/>
                  </a:moveTo>
                  <a:lnTo>
                    <a:pt x="2489454" y="2999359"/>
                  </a:lnTo>
                  <a:lnTo>
                    <a:pt x="248945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sp>
        <p:nvSpPr>
          <p:cNvPr name="TextBox 30" id="30"/>
          <p:cNvSpPr txBox="true"/>
          <p:nvPr/>
        </p:nvSpPr>
        <p:spPr>
          <a:xfrm rot="0">
            <a:off x="1388145" y="294122"/>
            <a:ext cx="14929771" cy="2818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190"/>
              </a:lnSpc>
            </a:pPr>
            <a:r>
              <a:rPr lang="en-US" sz="14421">
                <a:solidFill>
                  <a:srgbClr val="E3DBCD"/>
                </a:solidFill>
                <a:latin typeface="Bahir"/>
                <a:ea typeface="Bahir"/>
                <a:cs typeface="Bahir"/>
                <a:sym typeface="Bahir"/>
              </a:rPr>
              <a:t> LOS CRITERIOS ASG EN LA EMPRESA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2569131" y="6812880"/>
            <a:ext cx="3712559" cy="20954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014"/>
              </a:lnSpc>
            </a:pPr>
            <a:r>
              <a:rPr lang="en-US" sz="10724">
                <a:solidFill>
                  <a:srgbClr val="E3DBCD"/>
                </a:solidFill>
                <a:latin typeface="Bahir"/>
                <a:ea typeface="Bahir"/>
                <a:cs typeface="Bahir"/>
                <a:sym typeface="Bahir"/>
              </a:rPr>
              <a:t> AMBIENTAL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7739196" y="6640763"/>
            <a:ext cx="2351808" cy="20954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014"/>
              </a:lnSpc>
            </a:pPr>
            <a:r>
              <a:rPr lang="en-US" sz="10724">
                <a:solidFill>
                  <a:srgbClr val="E3DBCD"/>
                </a:solidFill>
                <a:latin typeface="Bahir"/>
                <a:ea typeface="Bahir"/>
                <a:cs typeface="Bahir"/>
                <a:sym typeface="Bahir"/>
              </a:rPr>
              <a:t> SOCIAL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1710740" y="6640763"/>
            <a:ext cx="4055126" cy="20954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014"/>
              </a:lnSpc>
            </a:pPr>
            <a:r>
              <a:rPr lang="en-US" sz="10724">
                <a:solidFill>
                  <a:srgbClr val="E3DBCD"/>
                </a:solidFill>
                <a:latin typeface="Bahir"/>
                <a:ea typeface="Bahir"/>
                <a:cs typeface="Bahir"/>
                <a:sym typeface="Bahir"/>
              </a:rPr>
              <a:t>GOBERNANZA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E100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71944" y="5587241"/>
            <a:ext cx="1772260" cy="1558300"/>
            <a:chOff x="0" y="0"/>
            <a:chExt cx="1772260" cy="155830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63500" y="63500"/>
              <a:ext cx="1645184" cy="1431545"/>
            </a:xfrm>
            <a:custGeom>
              <a:avLst/>
              <a:gdLst/>
              <a:ahLst/>
              <a:cxnLst/>
              <a:rect r="r" b="b" t="t" l="l"/>
              <a:pathLst>
                <a:path h="1431545" w="1645184">
                  <a:moveTo>
                    <a:pt x="1629410" y="1260857"/>
                  </a:moveTo>
                  <a:lnTo>
                    <a:pt x="919988" y="55753"/>
                  </a:lnTo>
                  <a:cubicBezTo>
                    <a:pt x="917448" y="51562"/>
                    <a:pt x="914781" y="47498"/>
                    <a:pt x="911733" y="43561"/>
                  </a:cubicBezTo>
                  <a:cubicBezTo>
                    <a:pt x="908685" y="39624"/>
                    <a:pt x="905510" y="36068"/>
                    <a:pt x="901954" y="32639"/>
                  </a:cubicBezTo>
                  <a:cubicBezTo>
                    <a:pt x="898398" y="29210"/>
                    <a:pt x="894715" y="26035"/>
                    <a:pt x="890905" y="22987"/>
                  </a:cubicBezTo>
                  <a:cubicBezTo>
                    <a:pt x="887095" y="19939"/>
                    <a:pt x="882904" y="17272"/>
                    <a:pt x="878713" y="14859"/>
                  </a:cubicBezTo>
                  <a:cubicBezTo>
                    <a:pt x="874522" y="12446"/>
                    <a:pt x="870077" y="10287"/>
                    <a:pt x="865505" y="8382"/>
                  </a:cubicBezTo>
                  <a:cubicBezTo>
                    <a:pt x="860933" y="6477"/>
                    <a:pt x="856361" y="4953"/>
                    <a:pt x="851662" y="3683"/>
                  </a:cubicBezTo>
                  <a:cubicBezTo>
                    <a:pt x="846963" y="2413"/>
                    <a:pt x="842137" y="1524"/>
                    <a:pt x="837311" y="889"/>
                  </a:cubicBezTo>
                  <a:cubicBezTo>
                    <a:pt x="832485" y="254"/>
                    <a:pt x="827405" y="0"/>
                    <a:pt x="822579" y="0"/>
                  </a:cubicBezTo>
                  <a:cubicBezTo>
                    <a:pt x="817753" y="0"/>
                    <a:pt x="812800" y="254"/>
                    <a:pt x="807974" y="889"/>
                  </a:cubicBezTo>
                  <a:cubicBezTo>
                    <a:pt x="803148" y="1524"/>
                    <a:pt x="798322" y="2413"/>
                    <a:pt x="793623" y="3683"/>
                  </a:cubicBezTo>
                  <a:cubicBezTo>
                    <a:pt x="788924" y="4953"/>
                    <a:pt x="784225" y="6477"/>
                    <a:pt x="779780" y="8382"/>
                  </a:cubicBezTo>
                  <a:cubicBezTo>
                    <a:pt x="775335" y="10287"/>
                    <a:pt x="770890" y="12446"/>
                    <a:pt x="766572" y="14859"/>
                  </a:cubicBezTo>
                  <a:cubicBezTo>
                    <a:pt x="762254" y="17272"/>
                    <a:pt x="758190" y="19939"/>
                    <a:pt x="754380" y="22987"/>
                  </a:cubicBezTo>
                  <a:cubicBezTo>
                    <a:pt x="750570" y="26035"/>
                    <a:pt x="746760" y="29210"/>
                    <a:pt x="743331" y="32639"/>
                  </a:cubicBezTo>
                  <a:cubicBezTo>
                    <a:pt x="739902" y="36068"/>
                    <a:pt x="736600" y="39751"/>
                    <a:pt x="733552" y="43561"/>
                  </a:cubicBezTo>
                  <a:cubicBezTo>
                    <a:pt x="730504" y="47371"/>
                    <a:pt x="727837" y="51435"/>
                    <a:pt x="725297" y="55753"/>
                  </a:cubicBezTo>
                  <a:lnTo>
                    <a:pt x="15621" y="1260857"/>
                  </a:lnTo>
                  <a:cubicBezTo>
                    <a:pt x="10541" y="1269493"/>
                    <a:pt x="6731" y="1278510"/>
                    <a:pt x="4064" y="1288162"/>
                  </a:cubicBezTo>
                  <a:cubicBezTo>
                    <a:pt x="1397" y="1297814"/>
                    <a:pt x="0" y="1307593"/>
                    <a:pt x="0" y="1317499"/>
                  </a:cubicBezTo>
                  <a:cubicBezTo>
                    <a:pt x="0" y="1327405"/>
                    <a:pt x="1143" y="1337311"/>
                    <a:pt x="3683" y="1346963"/>
                  </a:cubicBezTo>
                  <a:cubicBezTo>
                    <a:pt x="6223" y="1356615"/>
                    <a:pt x="9906" y="1365759"/>
                    <a:pt x="14859" y="1374395"/>
                  </a:cubicBezTo>
                  <a:cubicBezTo>
                    <a:pt x="19812" y="1383031"/>
                    <a:pt x="25781" y="1390905"/>
                    <a:pt x="32766" y="1398017"/>
                  </a:cubicBezTo>
                  <a:cubicBezTo>
                    <a:pt x="39751" y="1405129"/>
                    <a:pt x="47625" y="1411098"/>
                    <a:pt x="56261" y="1416178"/>
                  </a:cubicBezTo>
                  <a:cubicBezTo>
                    <a:pt x="64897" y="1421258"/>
                    <a:pt x="74041" y="1424941"/>
                    <a:pt x="83566" y="1427608"/>
                  </a:cubicBezTo>
                  <a:cubicBezTo>
                    <a:pt x="93091" y="1430275"/>
                    <a:pt x="102997" y="1431545"/>
                    <a:pt x="112903" y="1431545"/>
                  </a:cubicBezTo>
                  <a:lnTo>
                    <a:pt x="1532001" y="1431545"/>
                  </a:lnTo>
                  <a:cubicBezTo>
                    <a:pt x="1619377" y="1431545"/>
                    <a:pt x="1673733" y="1336422"/>
                    <a:pt x="1629410" y="1261111"/>
                  </a:cubicBezTo>
                  <a:close/>
                  <a:moveTo>
                    <a:pt x="135001" y="1310006"/>
                  </a:moveTo>
                  <a:lnTo>
                    <a:pt x="813943" y="175133"/>
                  </a:lnTo>
                  <a:lnTo>
                    <a:pt x="1492885" y="1310006"/>
                  </a:lnTo>
                  <a:lnTo>
                    <a:pt x="135001" y="1310006"/>
                  </a:lnTo>
                  <a:close/>
                </a:path>
              </a:pathLst>
            </a:custGeom>
            <a:solidFill>
              <a:srgbClr val="E3DBCD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794004" y="530606"/>
              <a:ext cx="166751" cy="766446"/>
            </a:xfrm>
            <a:custGeom>
              <a:avLst/>
              <a:gdLst/>
              <a:ahLst/>
              <a:cxnLst/>
              <a:rect r="r" b="b" t="t" l="l"/>
              <a:pathLst>
                <a:path h="766446" w="166751">
                  <a:moveTo>
                    <a:pt x="0" y="678816"/>
                  </a:moveTo>
                  <a:cubicBezTo>
                    <a:pt x="0" y="627889"/>
                    <a:pt x="35306" y="591186"/>
                    <a:pt x="83312" y="591186"/>
                  </a:cubicBezTo>
                  <a:cubicBezTo>
                    <a:pt x="134239" y="591186"/>
                    <a:pt x="166751" y="627889"/>
                    <a:pt x="166751" y="678816"/>
                  </a:cubicBezTo>
                  <a:cubicBezTo>
                    <a:pt x="166751" y="728346"/>
                    <a:pt x="134239" y="766446"/>
                    <a:pt x="83312" y="766446"/>
                  </a:cubicBezTo>
                  <a:cubicBezTo>
                    <a:pt x="33909" y="766446"/>
                    <a:pt x="0" y="728346"/>
                    <a:pt x="0" y="678816"/>
                  </a:cubicBezTo>
                  <a:close/>
                  <a:moveTo>
                    <a:pt x="35814" y="521971"/>
                  </a:moveTo>
                  <a:lnTo>
                    <a:pt x="1397" y="43434"/>
                  </a:lnTo>
                  <a:cubicBezTo>
                    <a:pt x="-381" y="19685"/>
                    <a:pt x="37211" y="0"/>
                    <a:pt x="83439" y="0"/>
                  </a:cubicBezTo>
                  <a:cubicBezTo>
                    <a:pt x="129667" y="0"/>
                    <a:pt x="167259" y="19558"/>
                    <a:pt x="165608" y="43434"/>
                  </a:cubicBezTo>
                  <a:lnTo>
                    <a:pt x="131064" y="521971"/>
                  </a:lnTo>
                  <a:cubicBezTo>
                    <a:pt x="129921" y="538227"/>
                    <a:pt x="108966" y="551054"/>
                    <a:pt x="83439" y="551054"/>
                  </a:cubicBezTo>
                  <a:cubicBezTo>
                    <a:pt x="57912" y="551054"/>
                    <a:pt x="36957" y="538227"/>
                    <a:pt x="35814" y="521971"/>
                  </a:cubicBezTo>
                  <a:close/>
                </a:path>
              </a:pathLst>
            </a:custGeom>
            <a:solidFill>
              <a:srgbClr val="E3DBCD"/>
            </a:solidFill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4171093" y="5301786"/>
            <a:ext cx="2438162" cy="1843802"/>
          </a:xfrm>
          <a:custGeom>
            <a:avLst/>
            <a:gdLst/>
            <a:ahLst/>
            <a:cxnLst/>
            <a:rect r="r" b="b" t="t" l="l"/>
            <a:pathLst>
              <a:path h="1843802" w="2438162">
                <a:moveTo>
                  <a:pt x="0" y="0"/>
                </a:moveTo>
                <a:lnTo>
                  <a:pt x="2438162" y="0"/>
                </a:lnTo>
                <a:lnTo>
                  <a:pt x="2438162" y="1843802"/>
                </a:lnTo>
                <a:lnTo>
                  <a:pt x="0" y="18438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7574375" y="5895985"/>
            <a:ext cx="2251072" cy="1249223"/>
            <a:chOff x="0" y="0"/>
            <a:chExt cx="2251075" cy="124922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64516" y="64516"/>
              <a:ext cx="2122932" cy="1121028"/>
            </a:xfrm>
            <a:custGeom>
              <a:avLst/>
              <a:gdLst/>
              <a:ahLst/>
              <a:cxnLst/>
              <a:rect r="r" b="b" t="t" l="l"/>
              <a:pathLst>
                <a:path h="1121028" w="2122932">
                  <a:moveTo>
                    <a:pt x="1061593" y="0"/>
                  </a:moveTo>
                  <a:cubicBezTo>
                    <a:pt x="779018" y="0"/>
                    <a:pt x="513334" y="109728"/>
                    <a:pt x="313055" y="308864"/>
                  </a:cubicBezTo>
                  <a:cubicBezTo>
                    <a:pt x="312928" y="308991"/>
                    <a:pt x="312674" y="309245"/>
                    <a:pt x="312547" y="309372"/>
                  </a:cubicBezTo>
                  <a:cubicBezTo>
                    <a:pt x="312420" y="309499"/>
                    <a:pt x="312293" y="309626"/>
                    <a:pt x="312293" y="309753"/>
                  </a:cubicBezTo>
                  <a:cubicBezTo>
                    <a:pt x="311912" y="310134"/>
                    <a:pt x="311404" y="310515"/>
                    <a:pt x="311023" y="311023"/>
                  </a:cubicBezTo>
                  <a:cubicBezTo>
                    <a:pt x="110363" y="511429"/>
                    <a:pt x="0" y="778001"/>
                    <a:pt x="0" y="1061592"/>
                  </a:cubicBezTo>
                  <a:cubicBezTo>
                    <a:pt x="0" y="1094358"/>
                    <a:pt x="26543" y="1121028"/>
                    <a:pt x="59436" y="1121028"/>
                  </a:cubicBezTo>
                  <a:lnTo>
                    <a:pt x="277368" y="1121028"/>
                  </a:lnTo>
                  <a:cubicBezTo>
                    <a:pt x="310134" y="1121028"/>
                    <a:pt x="336804" y="1094485"/>
                    <a:pt x="336804" y="1061592"/>
                  </a:cubicBezTo>
                  <a:cubicBezTo>
                    <a:pt x="336804" y="1028699"/>
                    <a:pt x="310261" y="1002156"/>
                    <a:pt x="277368" y="1002156"/>
                  </a:cubicBezTo>
                  <a:lnTo>
                    <a:pt x="120523" y="1002156"/>
                  </a:lnTo>
                  <a:cubicBezTo>
                    <a:pt x="133985" y="786002"/>
                    <a:pt x="220726" y="589406"/>
                    <a:pt x="355981" y="436753"/>
                  </a:cubicBezTo>
                  <a:lnTo>
                    <a:pt x="445643" y="526415"/>
                  </a:lnTo>
                  <a:cubicBezTo>
                    <a:pt x="457200" y="537972"/>
                    <a:pt x="472440" y="543813"/>
                    <a:pt x="487680" y="543813"/>
                  </a:cubicBezTo>
                  <a:cubicBezTo>
                    <a:pt x="502920" y="543813"/>
                    <a:pt x="518033" y="537972"/>
                    <a:pt x="529717" y="526415"/>
                  </a:cubicBezTo>
                  <a:cubicBezTo>
                    <a:pt x="552958" y="503174"/>
                    <a:pt x="552831" y="465582"/>
                    <a:pt x="529717" y="442468"/>
                  </a:cubicBezTo>
                  <a:lnTo>
                    <a:pt x="440309" y="353060"/>
                  </a:lnTo>
                  <a:cubicBezTo>
                    <a:pt x="592328" y="219456"/>
                    <a:pt x="787654" y="133985"/>
                    <a:pt x="1002157" y="120650"/>
                  </a:cubicBezTo>
                  <a:lnTo>
                    <a:pt x="1002157" y="244602"/>
                  </a:lnTo>
                  <a:cubicBezTo>
                    <a:pt x="1002157" y="277368"/>
                    <a:pt x="1028700" y="304038"/>
                    <a:pt x="1061593" y="304038"/>
                  </a:cubicBezTo>
                  <a:cubicBezTo>
                    <a:pt x="1094486" y="304038"/>
                    <a:pt x="1121029" y="277495"/>
                    <a:pt x="1121029" y="244602"/>
                  </a:cubicBezTo>
                  <a:lnTo>
                    <a:pt x="1121029" y="120650"/>
                  </a:lnTo>
                  <a:cubicBezTo>
                    <a:pt x="1336548" y="134112"/>
                    <a:pt x="1532763" y="220345"/>
                    <a:pt x="1685163" y="354965"/>
                  </a:cubicBezTo>
                  <a:lnTo>
                    <a:pt x="1597533" y="442468"/>
                  </a:lnTo>
                  <a:cubicBezTo>
                    <a:pt x="1574292" y="465709"/>
                    <a:pt x="1574292" y="503301"/>
                    <a:pt x="1597533" y="526415"/>
                  </a:cubicBezTo>
                  <a:cubicBezTo>
                    <a:pt x="1609090" y="537972"/>
                    <a:pt x="1624330" y="543814"/>
                    <a:pt x="1639570" y="543814"/>
                  </a:cubicBezTo>
                  <a:cubicBezTo>
                    <a:pt x="1654810" y="543814"/>
                    <a:pt x="1669923" y="537972"/>
                    <a:pt x="1681480" y="526415"/>
                  </a:cubicBezTo>
                  <a:lnTo>
                    <a:pt x="1769110" y="438912"/>
                  </a:lnTo>
                  <a:cubicBezTo>
                    <a:pt x="1903349" y="591185"/>
                    <a:pt x="1989201" y="787018"/>
                    <a:pt x="2002663" y="1002156"/>
                  </a:cubicBezTo>
                  <a:lnTo>
                    <a:pt x="1845310" y="1002156"/>
                  </a:lnTo>
                  <a:cubicBezTo>
                    <a:pt x="1812544" y="1002156"/>
                    <a:pt x="1785874" y="1028699"/>
                    <a:pt x="1785874" y="1061592"/>
                  </a:cubicBezTo>
                  <a:cubicBezTo>
                    <a:pt x="1785874" y="1094485"/>
                    <a:pt x="1812417" y="1121028"/>
                    <a:pt x="1845310" y="1121028"/>
                  </a:cubicBezTo>
                  <a:lnTo>
                    <a:pt x="2063750" y="1121028"/>
                  </a:lnTo>
                  <a:cubicBezTo>
                    <a:pt x="2094992" y="1121028"/>
                    <a:pt x="2120646" y="1096898"/>
                    <a:pt x="2122932" y="1066164"/>
                  </a:cubicBezTo>
                  <a:lnTo>
                    <a:pt x="2122932" y="1042415"/>
                  </a:lnTo>
                  <a:cubicBezTo>
                    <a:pt x="2118106" y="766063"/>
                    <a:pt x="2008124" y="506857"/>
                    <a:pt x="1812163" y="310896"/>
                  </a:cubicBezTo>
                  <a:cubicBezTo>
                    <a:pt x="1611757" y="110363"/>
                    <a:pt x="1345184" y="0"/>
                    <a:pt x="1061593" y="0"/>
                  </a:cubicBezTo>
                  <a:close/>
                </a:path>
              </a:pathLst>
            </a:custGeom>
            <a:solidFill>
              <a:srgbClr val="E3DBCD"/>
            </a:solid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63500" y="63500"/>
              <a:ext cx="2124202" cy="1122171"/>
            </a:xfrm>
            <a:custGeom>
              <a:avLst/>
              <a:gdLst/>
              <a:ahLst/>
              <a:cxnLst/>
              <a:rect r="r" b="b" t="t" l="l"/>
              <a:pathLst>
                <a:path h="1122171" w="2124202">
                  <a:moveTo>
                    <a:pt x="1062609" y="1905"/>
                  </a:moveTo>
                  <a:cubicBezTo>
                    <a:pt x="1345946" y="1905"/>
                    <a:pt x="1612265" y="112268"/>
                    <a:pt x="1812671" y="312547"/>
                  </a:cubicBezTo>
                  <a:cubicBezTo>
                    <a:pt x="2013077" y="512826"/>
                    <a:pt x="2123313" y="779271"/>
                    <a:pt x="2123313" y="1062608"/>
                  </a:cubicBezTo>
                  <a:cubicBezTo>
                    <a:pt x="2123313" y="1094866"/>
                    <a:pt x="2097151" y="1121028"/>
                    <a:pt x="2064893" y="1121028"/>
                  </a:cubicBezTo>
                  <a:lnTo>
                    <a:pt x="1846453" y="1121028"/>
                  </a:lnTo>
                  <a:cubicBezTo>
                    <a:pt x="1814195" y="1121028"/>
                    <a:pt x="1788033" y="1094866"/>
                    <a:pt x="1788033" y="1062608"/>
                  </a:cubicBezTo>
                  <a:cubicBezTo>
                    <a:pt x="1788033" y="1030350"/>
                    <a:pt x="1814195" y="1004188"/>
                    <a:pt x="1846453" y="1004188"/>
                  </a:cubicBezTo>
                  <a:lnTo>
                    <a:pt x="2004822" y="1004188"/>
                  </a:lnTo>
                  <a:lnTo>
                    <a:pt x="2004695" y="1003172"/>
                  </a:lnTo>
                  <a:cubicBezTo>
                    <a:pt x="1998091" y="897635"/>
                    <a:pt x="1974088" y="794765"/>
                    <a:pt x="1933194" y="697610"/>
                  </a:cubicBezTo>
                  <a:cubicBezTo>
                    <a:pt x="1893570" y="603377"/>
                    <a:pt x="1838960" y="516382"/>
                    <a:pt x="1771015" y="439293"/>
                  </a:cubicBezTo>
                  <a:lnTo>
                    <a:pt x="1770380" y="438531"/>
                  </a:lnTo>
                  <a:lnTo>
                    <a:pt x="1682115" y="526796"/>
                  </a:lnTo>
                  <a:cubicBezTo>
                    <a:pt x="1671066" y="537845"/>
                    <a:pt x="1656461" y="543941"/>
                    <a:pt x="1640840" y="543941"/>
                  </a:cubicBezTo>
                  <a:cubicBezTo>
                    <a:pt x="1625219" y="543941"/>
                    <a:pt x="1610614" y="537845"/>
                    <a:pt x="1599565" y="526796"/>
                  </a:cubicBezTo>
                  <a:cubicBezTo>
                    <a:pt x="1576832" y="504063"/>
                    <a:pt x="1576832" y="466979"/>
                    <a:pt x="1599565" y="444246"/>
                  </a:cubicBezTo>
                  <a:lnTo>
                    <a:pt x="1687830" y="355981"/>
                  </a:lnTo>
                  <a:lnTo>
                    <a:pt x="1687068" y="355346"/>
                  </a:lnTo>
                  <a:cubicBezTo>
                    <a:pt x="1609852" y="287147"/>
                    <a:pt x="1522857" y="232410"/>
                    <a:pt x="1428369" y="192532"/>
                  </a:cubicBezTo>
                  <a:cubicBezTo>
                    <a:pt x="1331087" y="151511"/>
                    <a:pt x="1228090" y="127381"/>
                    <a:pt x="1122299" y="120777"/>
                  </a:cubicBezTo>
                  <a:lnTo>
                    <a:pt x="1121283" y="120650"/>
                  </a:lnTo>
                  <a:lnTo>
                    <a:pt x="1121283" y="245618"/>
                  </a:lnTo>
                  <a:cubicBezTo>
                    <a:pt x="1121283" y="277876"/>
                    <a:pt x="1095121" y="304038"/>
                    <a:pt x="1062863" y="304038"/>
                  </a:cubicBezTo>
                  <a:cubicBezTo>
                    <a:pt x="1030605" y="304038"/>
                    <a:pt x="1004443" y="277876"/>
                    <a:pt x="1004443" y="245618"/>
                  </a:cubicBezTo>
                  <a:lnTo>
                    <a:pt x="1004443" y="120650"/>
                  </a:lnTo>
                  <a:lnTo>
                    <a:pt x="1003427" y="120777"/>
                  </a:lnTo>
                  <a:cubicBezTo>
                    <a:pt x="898144" y="127381"/>
                    <a:pt x="795655" y="151257"/>
                    <a:pt x="698627" y="192024"/>
                  </a:cubicBezTo>
                  <a:cubicBezTo>
                    <a:pt x="604520" y="231521"/>
                    <a:pt x="517779" y="285877"/>
                    <a:pt x="440817" y="353441"/>
                  </a:cubicBezTo>
                  <a:lnTo>
                    <a:pt x="440055" y="354076"/>
                  </a:lnTo>
                  <a:lnTo>
                    <a:pt x="530225" y="444246"/>
                  </a:lnTo>
                  <a:cubicBezTo>
                    <a:pt x="552958" y="466979"/>
                    <a:pt x="552958" y="504063"/>
                    <a:pt x="530225" y="526796"/>
                  </a:cubicBezTo>
                  <a:cubicBezTo>
                    <a:pt x="519176" y="537845"/>
                    <a:pt x="504571" y="543941"/>
                    <a:pt x="488950" y="543941"/>
                  </a:cubicBezTo>
                  <a:cubicBezTo>
                    <a:pt x="473329" y="543941"/>
                    <a:pt x="458724" y="537845"/>
                    <a:pt x="447675" y="526796"/>
                  </a:cubicBezTo>
                  <a:lnTo>
                    <a:pt x="357251" y="436372"/>
                  </a:lnTo>
                  <a:lnTo>
                    <a:pt x="356616" y="437134"/>
                  </a:lnTo>
                  <a:cubicBezTo>
                    <a:pt x="288036" y="514477"/>
                    <a:pt x="233045" y="601599"/>
                    <a:pt x="193040" y="696213"/>
                  </a:cubicBezTo>
                  <a:cubicBezTo>
                    <a:pt x="151765" y="793749"/>
                    <a:pt x="127508" y="897000"/>
                    <a:pt x="120904" y="1003045"/>
                  </a:cubicBezTo>
                  <a:lnTo>
                    <a:pt x="120777" y="1004061"/>
                  </a:lnTo>
                  <a:lnTo>
                    <a:pt x="278384" y="1004061"/>
                  </a:lnTo>
                  <a:cubicBezTo>
                    <a:pt x="310642" y="1004061"/>
                    <a:pt x="336804" y="1030223"/>
                    <a:pt x="336804" y="1062481"/>
                  </a:cubicBezTo>
                  <a:cubicBezTo>
                    <a:pt x="336804" y="1094739"/>
                    <a:pt x="310642" y="1120901"/>
                    <a:pt x="278384" y="1120901"/>
                  </a:cubicBezTo>
                  <a:lnTo>
                    <a:pt x="60325" y="1120901"/>
                  </a:lnTo>
                  <a:cubicBezTo>
                    <a:pt x="28067" y="1120901"/>
                    <a:pt x="1905" y="1094739"/>
                    <a:pt x="1905" y="1062481"/>
                  </a:cubicBezTo>
                  <a:cubicBezTo>
                    <a:pt x="1905" y="779144"/>
                    <a:pt x="112268" y="512826"/>
                    <a:pt x="312547" y="312420"/>
                  </a:cubicBezTo>
                  <a:lnTo>
                    <a:pt x="314071" y="310896"/>
                  </a:lnTo>
                  <a:cubicBezTo>
                    <a:pt x="314198" y="310769"/>
                    <a:pt x="314198" y="310769"/>
                    <a:pt x="314325" y="310642"/>
                  </a:cubicBezTo>
                  <a:cubicBezTo>
                    <a:pt x="314452" y="310515"/>
                    <a:pt x="314579" y="310515"/>
                    <a:pt x="314579" y="310388"/>
                  </a:cubicBezTo>
                  <a:cubicBezTo>
                    <a:pt x="514731" y="111506"/>
                    <a:pt x="780415" y="1905"/>
                    <a:pt x="1062609" y="1905"/>
                  </a:cubicBezTo>
                  <a:close/>
                  <a:moveTo>
                    <a:pt x="1062609" y="0"/>
                  </a:moveTo>
                  <a:cubicBezTo>
                    <a:pt x="779907" y="0"/>
                    <a:pt x="513842" y="109855"/>
                    <a:pt x="313309" y="309118"/>
                  </a:cubicBezTo>
                  <a:lnTo>
                    <a:pt x="313055" y="309372"/>
                  </a:lnTo>
                  <a:cubicBezTo>
                    <a:pt x="312928" y="309499"/>
                    <a:pt x="312801" y="309626"/>
                    <a:pt x="312674" y="309626"/>
                  </a:cubicBezTo>
                  <a:cubicBezTo>
                    <a:pt x="312547" y="309626"/>
                    <a:pt x="312547" y="309753"/>
                    <a:pt x="312420" y="310007"/>
                  </a:cubicBezTo>
                  <a:lnTo>
                    <a:pt x="311150" y="311277"/>
                  </a:lnTo>
                  <a:cubicBezTo>
                    <a:pt x="110490" y="511937"/>
                    <a:pt x="0" y="778763"/>
                    <a:pt x="0" y="1062608"/>
                  </a:cubicBezTo>
                  <a:cubicBezTo>
                    <a:pt x="0" y="1092707"/>
                    <a:pt x="22225" y="1117726"/>
                    <a:pt x="51054" y="1122171"/>
                  </a:cubicBezTo>
                  <a:lnTo>
                    <a:pt x="287782" y="1122171"/>
                  </a:lnTo>
                  <a:cubicBezTo>
                    <a:pt x="316611" y="1117726"/>
                    <a:pt x="338836" y="1092707"/>
                    <a:pt x="338836" y="1062608"/>
                  </a:cubicBezTo>
                  <a:cubicBezTo>
                    <a:pt x="338836" y="1029334"/>
                    <a:pt x="311785" y="1002283"/>
                    <a:pt x="278511" y="1002283"/>
                  </a:cubicBezTo>
                  <a:lnTo>
                    <a:pt x="122555" y="1002283"/>
                  </a:lnTo>
                  <a:cubicBezTo>
                    <a:pt x="135763" y="795273"/>
                    <a:pt x="218948" y="595375"/>
                    <a:pt x="356997" y="439293"/>
                  </a:cubicBezTo>
                  <a:lnTo>
                    <a:pt x="446024" y="528193"/>
                  </a:lnTo>
                  <a:cubicBezTo>
                    <a:pt x="457454" y="539623"/>
                    <a:pt x="472567" y="545845"/>
                    <a:pt x="488696" y="545845"/>
                  </a:cubicBezTo>
                  <a:cubicBezTo>
                    <a:pt x="504825" y="545845"/>
                    <a:pt x="519938" y="539623"/>
                    <a:pt x="531368" y="528193"/>
                  </a:cubicBezTo>
                  <a:cubicBezTo>
                    <a:pt x="554863" y="504698"/>
                    <a:pt x="554863" y="466344"/>
                    <a:pt x="531368" y="442849"/>
                  </a:cubicBezTo>
                  <a:lnTo>
                    <a:pt x="442595" y="354076"/>
                  </a:lnTo>
                  <a:cubicBezTo>
                    <a:pt x="600329" y="215900"/>
                    <a:pt x="793877" y="135890"/>
                    <a:pt x="1002284" y="122682"/>
                  </a:cubicBezTo>
                  <a:lnTo>
                    <a:pt x="1002284" y="245618"/>
                  </a:lnTo>
                  <a:cubicBezTo>
                    <a:pt x="1002284" y="278892"/>
                    <a:pt x="1029335" y="305943"/>
                    <a:pt x="1062609" y="305943"/>
                  </a:cubicBezTo>
                  <a:cubicBezTo>
                    <a:pt x="1095883" y="305943"/>
                    <a:pt x="1122934" y="278892"/>
                    <a:pt x="1122934" y="245618"/>
                  </a:cubicBezTo>
                  <a:lnTo>
                    <a:pt x="1122934" y="122682"/>
                  </a:lnTo>
                  <a:cubicBezTo>
                    <a:pt x="1332357" y="136017"/>
                    <a:pt x="1526667" y="216662"/>
                    <a:pt x="1684782" y="355981"/>
                  </a:cubicBezTo>
                  <a:lnTo>
                    <a:pt x="1597914" y="442849"/>
                  </a:lnTo>
                  <a:cubicBezTo>
                    <a:pt x="1574419" y="466344"/>
                    <a:pt x="1574419" y="504698"/>
                    <a:pt x="1597914" y="528193"/>
                  </a:cubicBezTo>
                  <a:cubicBezTo>
                    <a:pt x="1609344" y="539623"/>
                    <a:pt x="1624457" y="545846"/>
                    <a:pt x="1640586" y="545846"/>
                  </a:cubicBezTo>
                  <a:cubicBezTo>
                    <a:pt x="1656715" y="545846"/>
                    <a:pt x="1671828" y="539623"/>
                    <a:pt x="1683258" y="528193"/>
                  </a:cubicBezTo>
                  <a:lnTo>
                    <a:pt x="1770126" y="441325"/>
                  </a:lnTo>
                  <a:cubicBezTo>
                    <a:pt x="1909064" y="599312"/>
                    <a:pt x="1989455" y="793241"/>
                    <a:pt x="2002663" y="1002156"/>
                  </a:cubicBezTo>
                  <a:lnTo>
                    <a:pt x="1846453" y="1002156"/>
                  </a:lnTo>
                  <a:cubicBezTo>
                    <a:pt x="1813179" y="1002156"/>
                    <a:pt x="1786128" y="1029207"/>
                    <a:pt x="1786128" y="1062481"/>
                  </a:cubicBezTo>
                  <a:cubicBezTo>
                    <a:pt x="1786128" y="1092580"/>
                    <a:pt x="1808353" y="1117599"/>
                    <a:pt x="1837182" y="1122044"/>
                  </a:cubicBezTo>
                  <a:lnTo>
                    <a:pt x="2074291" y="1122044"/>
                  </a:lnTo>
                  <a:cubicBezTo>
                    <a:pt x="2099310" y="1118107"/>
                    <a:pt x="2119376" y="1098803"/>
                    <a:pt x="2124202" y="1074038"/>
                  </a:cubicBezTo>
                  <a:lnTo>
                    <a:pt x="2124202" y="1012951"/>
                  </a:lnTo>
                  <a:cubicBezTo>
                    <a:pt x="2112137" y="747775"/>
                    <a:pt x="2003044" y="500253"/>
                    <a:pt x="1814068" y="311277"/>
                  </a:cubicBezTo>
                  <a:cubicBezTo>
                    <a:pt x="1613281" y="110490"/>
                    <a:pt x="1346454" y="0"/>
                    <a:pt x="1062609" y="0"/>
                  </a:cubicBezTo>
                  <a:close/>
                </a:path>
              </a:pathLst>
            </a:custGeom>
            <a:solidFill>
              <a:srgbClr val="E3DBCD"/>
            </a:solid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997839" y="504571"/>
              <a:ext cx="256540" cy="680847"/>
            </a:xfrm>
            <a:custGeom>
              <a:avLst/>
              <a:gdLst/>
              <a:ahLst/>
              <a:cxnLst/>
              <a:rect r="r" b="b" t="t" l="l"/>
              <a:pathLst>
                <a:path h="680847" w="256540">
                  <a:moveTo>
                    <a:pt x="128270" y="0"/>
                  </a:moveTo>
                  <a:cubicBezTo>
                    <a:pt x="120015" y="0"/>
                    <a:pt x="112776" y="5842"/>
                    <a:pt x="111125" y="13970"/>
                  </a:cubicBezTo>
                  <a:lnTo>
                    <a:pt x="0" y="550544"/>
                  </a:lnTo>
                  <a:cubicBezTo>
                    <a:pt x="0" y="622553"/>
                    <a:pt x="57404" y="680846"/>
                    <a:pt x="128270" y="680846"/>
                  </a:cubicBezTo>
                  <a:cubicBezTo>
                    <a:pt x="199136" y="680846"/>
                    <a:pt x="256540" y="622553"/>
                    <a:pt x="256540" y="550544"/>
                  </a:cubicBezTo>
                  <a:lnTo>
                    <a:pt x="145415" y="13970"/>
                  </a:lnTo>
                  <a:cubicBezTo>
                    <a:pt x="143764" y="5842"/>
                    <a:pt x="136525" y="0"/>
                    <a:pt x="128270" y="0"/>
                  </a:cubicBezTo>
                </a:path>
              </a:pathLst>
            </a:custGeom>
            <a:solidFill>
              <a:srgbClr val="E3DBCD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996950" y="503682"/>
              <a:ext cx="258572" cy="682117"/>
            </a:xfrm>
            <a:custGeom>
              <a:avLst/>
              <a:gdLst/>
              <a:ahLst/>
              <a:cxnLst/>
              <a:rect r="r" b="b" t="t" l="l"/>
              <a:pathLst>
                <a:path h="682117" w="258572">
                  <a:moveTo>
                    <a:pt x="129159" y="1905"/>
                  </a:moveTo>
                  <a:cubicBezTo>
                    <a:pt x="136906" y="1905"/>
                    <a:pt x="143764" y="7493"/>
                    <a:pt x="145288" y="15113"/>
                  </a:cubicBezTo>
                  <a:lnTo>
                    <a:pt x="256413" y="551560"/>
                  </a:lnTo>
                  <a:cubicBezTo>
                    <a:pt x="256413" y="622807"/>
                    <a:pt x="199263" y="680846"/>
                    <a:pt x="129159" y="680846"/>
                  </a:cubicBezTo>
                  <a:cubicBezTo>
                    <a:pt x="59055" y="680846"/>
                    <a:pt x="1905" y="622807"/>
                    <a:pt x="1905" y="551560"/>
                  </a:cubicBezTo>
                  <a:lnTo>
                    <a:pt x="113030" y="15113"/>
                  </a:lnTo>
                  <a:cubicBezTo>
                    <a:pt x="114554" y="7493"/>
                    <a:pt x="121412" y="1905"/>
                    <a:pt x="129286" y="1905"/>
                  </a:cubicBezTo>
                  <a:close/>
                  <a:moveTo>
                    <a:pt x="129286" y="0"/>
                  </a:moveTo>
                  <a:cubicBezTo>
                    <a:pt x="120523" y="0"/>
                    <a:pt x="113030" y="6223"/>
                    <a:pt x="111252" y="14732"/>
                  </a:cubicBezTo>
                  <a:lnTo>
                    <a:pt x="0" y="551306"/>
                  </a:lnTo>
                  <a:lnTo>
                    <a:pt x="0" y="551560"/>
                  </a:lnTo>
                  <a:cubicBezTo>
                    <a:pt x="0" y="619251"/>
                    <a:pt x="50800" y="675258"/>
                    <a:pt x="115697" y="682116"/>
                  </a:cubicBezTo>
                  <a:lnTo>
                    <a:pt x="142875" y="682116"/>
                  </a:lnTo>
                  <a:cubicBezTo>
                    <a:pt x="207772" y="675258"/>
                    <a:pt x="258572" y="619251"/>
                    <a:pt x="258572" y="551560"/>
                  </a:cubicBezTo>
                  <a:lnTo>
                    <a:pt x="258572" y="551433"/>
                  </a:lnTo>
                  <a:lnTo>
                    <a:pt x="147193" y="14732"/>
                  </a:lnTo>
                  <a:cubicBezTo>
                    <a:pt x="145415" y="6223"/>
                    <a:pt x="137795" y="0"/>
                    <a:pt x="129159" y="0"/>
                  </a:cubicBezTo>
                  <a:close/>
                </a:path>
              </a:pathLst>
            </a:custGeom>
            <a:solidFill>
              <a:srgbClr val="E3DBCD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0750344" y="5308225"/>
            <a:ext cx="1521009" cy="1923364"/>
            <a:chOff x="0" y="0"/>
            <a:chExt cx="1521003" cy="1923364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63498" y="63468"/>
              <a:ext cx="1393825" cy="1796389"/>
            </a:xfrm>
            <a:custGeom>
              <a:avLst/>
              <a:gdLst/>
              <a:ahLst/>
              <a:cxnLst/>
              <a:rect r="r" b="b" t="t" l="l"/>
              <a:pathLst>
                <a:path h="1796389" w="1393825">
                  <a:moveTo>
                    <a:pt x="37467" y="1792259"/>
                  </a:moveTo>
                  <a:cubicBezTo>
                    <a:pt x="11051" y="1781591"/>
                    <a:pt x="129" y="1730283"/>
                    <a:pt x="2" y="1617380"/>
                  </a:cubicBezTo>
                  <a:cubicBezTo>
                    <a:pt x="-125" y="1523908"/>
                    <a:pt x="6479" y="1483141"/>
                    <a:pt x="36070" y="1394495"/>
                  </a:cubicBezTo>
                  <a:cubicBezTo>
                    <a:pt x="92077" y="1226092"/>
                    <a:pt x="214886" y="1080169"/>
                    <a:pt x="366904" y="1001302"/>
                  </a:cubicBezTo>
                  <a:lnTo>
                    <a:pt x="410338" y="978696"/>
                  </a:lnTo>
                  <a:lnTo>
                    <a:pt x="388494" y="960916"/>
                  </a:lnTo>
                  <a:cubicBezTo>
                    <a:pt x="341885" y="922943"/>
                    <a:pt x="300357" y="857411"/>
                    <a:pt x="281561" y="792133"/>
                  </a:cubicBezTo>
                  <a:cubicBezTo>
                    <a:pt x="273560" y="764193"/>
                    <a:pt x="271782" y="747810"/>
                    <a:pt x="271909" y="703867"/>
                  </a:cubicBezTo>
                  <a:cubicBezTo>
                    <a:pt x="272163" y="657004"/>
                    <a:pt x="273814" y="645066"/>
                    <a:pt x="284228" y="613189"/>
                  </a:cubicBezTo>
                  <a:cubicBezTo>
                    <a:pt x="316740" y="513494"/>
                    <a:pt x="373889" y="446565"/>
                    <a:pt x="463805" y="402242"/>
                  </a:cubicBezTo>
                  <a:lnTo>
                    <a:pt x="504826" y="382049"/>
                  </a:lnTo>
                  <a:lnTo>
                    <a:pt x="486538" y="354744"/>
                  </a:lnTo>
                  <a:cubicBezTo>
                    <a:pt x="449962" y="300261"/>
                    <a:pt x="438659" y="234729"/>
                    <a:pt x="455042" y="173641"/>
                  </a:cubicBezTo>
                  <a:cubicBezTo>
                    <a:pt x="473330" y="105696"/>
                    <a:pt x="510033" y="60992"/>
                    <a:pt x="572898" y="30004"/>
                  </a:cubicBezTo>
                  <a:cubicBezTo>
                    <a:pt x="654178" y="-10001"/>
                    <a:pt x="739649" y="-10001"/>
                    <a:pt x="820929" y="30004"/>
                  </a:cubicBezTo>
                  <a:cubicBezTo>
                    <a:pt x="883794" y="60992"/>
                    <a:pt x="920497" y="105696"/>
                    <a:pt x="938785" y="173641"/>
                  </a:cubicBezTo>
                  <a:cubicBezTo>
                    <a:pt x="955295" y="234729"/>
                    <a:pt x="943865" y="300261"/>
                    <a:pt x="907289" y="354744"/>
                  </a:cubicBezTo>
                  <a:lnTo>
                    <a:pt x="889001" y="382049"/>
                  </a:lnTo>
                  <a:lnTo>
                    <a:pt x="930022" y="402242"/>
                  </a:lnTo>
                  <a:cubicBezTo>
                    <a:pt x="1019938" y="446565"/>
                    <a:pt x="1077088" y="513494"/>
                    <a:pt x="1109600" y="613189"/>
                  </a:cubicBezTo>
                  <a:cubicBezTo>
                    <a:pt x="1120014" y="645066"/>
                    <a:pt x="1121665" y="657004"/>
                    <a:pt x="1121919" y="703867"/>
                  </a:cubicBezTo>
                  <a:cubicBezTo>
                    <a:pt x="1122173" y="747810"/>
                    <a:pt x="1120395" y="764193"/>
                    <a:pt x="1112267" y="792133"/>
                  </a:cubicBezTo>
                  <a:cubicBezTo>
                    <a:pt x="1093471" y="857411"/>
                    <a:pt x="1051942" y="922943"/>
                    <a:pt x="1005333" y="960916"/>
                  </a:cubicBezTo>
                  <a:lnTo>
                    <a:pt x="983489" y="978696"/>
                  </a:lnTo>
                  <a:lnTo>
                    <a:pt x="1026923" y="1001302"/>
                  </a:lnTo>
                  <a:cubicBezTo>
                    <a:pt x="1178942" y="1080169"/>
                    <a:pt x="1301623" y="1226092"/>
                    <a:pt x="1357757" y="1394495"/>
                  </a:cubicBezTo>
                  <a:cubicBezTo>
                    <a:pt x="1387348" y="1483268"/>
                    <a:pt x="1393825" y="1523908"/>
                    <a:pt x="1393825" y="1617380"/>
                  </a:cubicBezTo>
                  <a:cubicBezTo>
                    <a:pt x="1393698" y="1732442"/>
                    <a:pt x="1382776" y="1781972"/>
                    <a:pt x="1355090" y="1792513"/>
                  </a:cubicBezTo>
                  <a:cubicBezTo>
                    <a:pt x="1341120" y="1797847"/>
                    <a:pt x="50548" y="1797593"/>
                    <a:pt x="37340" y="1792259"/>
                  </a:cubicBezTo>
                  <a:close/>
                </a:path>
              </a:pathLst>
            </a:custGeom>
            <a:solidFill>
              <a:srgbClr val="E3DBCD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141470" y="143002"/>
              <a:ext cx="1238646" cy="1639446"/>
            </a:xfrm>
            <a:custGeom>
              <a:avLst/>
              <a:gdLst/>
              <a:ahLst/>
              <a:cxnLst/>
              <a:rect r="r" b="b" t="t" l="l"/>
              <a:pathLst>
                <a:path h="1639446" w="1238646">
                  <a:moveTo>
                    <a:pt x="1235589" y="1627508"/>
                  </a:moveTo>
                  <a:cubicBezTo>
                    <a:pt x="1237367" y="1621031"/>
                    <a:pt x="1238764" y="1579629"/>
                    <a:pt x="1238637" y="1535687"/>
                  </a:cubicBezTo>
                  <a:cubicBezTo>
                    <a:pt x="1238383" y="1446660"/>
                    <a:pt x="1231017" y="1400686"/>
                    <a:pt x="1205998" y="1329693"/>
                  </a:cubicBezTo>
                  <a:cubicBezTo>
                    <a:pt x="1144658" y="1155830"/>
                    <a:pt x="1001910" y="1011557"/>
                    <a:pt x="830714" y="950597"/>
                  </a:cubicBezTo>
                  <a:cubicBezTo>
                    <a:pt x="787661" y="935230"/>
                    <a:pt x="779787" y="929642"/>
                    <a:pt x="776485" y="911481"/>
                  </a:cubicBezTo>
                  <a:cubicBezTo>
                    <a:pt x="772294" y="889002"/>
                    <a:pt x="781946" y="878207"/>
                    <a:pt x="825126" y="857379"/>
                  </a:cubicBezTo>
                  <a:cubicBezTo>
                    <a:pt x="960000" y="792355"/>
                    <a:pt x="1009149" y="624714"/>
                    <a:pt x="932187" y="491999"/>
                  </a:cubicBezTo>
                  <a:cubicBezTo>
                    <a:pt x="911359" y="456058"/>
                    <a:pt x="862591" y="411735"/>
                    <a:pt x="821443" y="391288"/>
                  </a:cubicBezTo>
                  <a:cubicBezTo>
                    <a:pt x="787026" y="374270"/>
                    <a:pt x="769119" y="369698"/>
                    <a:pt x="709302" y="362713"/>
                  </a:cubicBezTo>
                  <a:cubicBezTo>
                    <a:pt x="687077" y="360173"/>
                    <a:pt x="672472" y="349124"/>
                    <a:pt x="668154" y="331725"/>
                  </a:cubicBezTo>
                  <a:cubicBezTo>
                    <a:pt x="663582" y="313691"/>
                    <a:pt x="674631" y="299467"/>
                    <a:pt x="705365" y="284100"/>
                  </a:cubicBezTo>
                  <a:cubicBezTo>
                    <a:pt x="740163" y="266574"/>
                    <a:pt x="763023" y="244476"/>
                    <a:pt x="778136" y="213869"/>
                  </a:cubicBezTo>
                  <a:cubicBezTo>
                    <a:pt x="788296" y="193168"/>
                    <a:pt x="789820" y="184913"/>
                    <a:pt x="789820" y="149099"/>
                  </a:cubicBezTo>
                  <a:cubicBezTo>
                    <a:pt x="789820" y="113030"/>
                    <a:pt x="788423" y="105156"/>
                    <a:pt x="777755" y="83566"/>
                  </a:cubicBezTo>
                  <a:cubicBezTo>
                    <a:pt x="762896" y="53213"/>
                    <a:pt x="738893" y="31242"/>
                    <a:pt x="701809" y="13589"/>
                  </a:cubicBezTo>
                  <a:cubicBezTo>
                    <a:pt x="674504" y="635"/>
                    <a:pt x="670821" y="0"/>
                    <a:pt x="619259" y="0"/>
                  </a:cubicBezTo>
                  <a:cubicBezTo>
                    <a:pt x="567697" y="0"/>
                    <a:pt x="564014" y="635"/>
                    <a:pt x="536709" y="13589"/>
                  </a:cubicBezTo>
                  <a:cubicBezTo>
                    <a:pt x="499498" y="31242"/>
                    <a:pt x="475622" y="53213"/>
                    <a:pt x="460763" y="83566"/>
                  </a:cubicBezTo>
                  <a:cubicBezTo>
                    <a:pt x="450222" y="105156"/>
                    <a:pt x="448698" y="112903"/>
                    <a:pt x="448698" y="149099"/>
                  </a:cubicBezTo>
                  <a:cubicBezTo>
                    <a:pt x="448698" y="184913"/>
                    <a:pt x="450222" y="193168"/>
                    <a:pt x="460382" y="213869"/>
                  </a:cubicBezTo>
                  <a:cubicBezTo>
                    <a:pt x="475368" y="244476"/>
                    <a:pt x="498355" y="266574"/>
                    <a:pt x="533153" y="284100"/>
                  </a:cubicBezTo>
                  <a:cubicBezTo>
                    <a:pt x="563760" y="299467"/>
                    <a:pt x="574809" y="313691"/>
                    <a:pt x="570364" y="331725"/>
                  </a:cubicBezTo>
                  <a:cubicBezTo>
                    <a:pt x="566046" y="349124"/>
                    <a:pt x="551314" y="360046"/>
                    <a:pt x="529216" y="362713"/>
                  </a:cubicBezTo>
                  <a:cubicBezTo>
                    <a:pt x="469272" y="369698"/>
                    <a:pt x="451365" y="374270"/>
                    <a:pt x="417075" y="391288"/>
                  </a:cubicBezTo>
                  <a:cubicBezTo>
                    <a:pt x="375927" y="411735"/>
                    <a:pt x="327159" y="456058"/>
                    <a:pt x="306331" y="491999"/>
                  </a:cubicBezTo>
                  <a:cubicBezTo>
                    <a:pt x="274963" y="546228"/>
                    <a:pt x="263279" y="612268"/>
                    <a:pt x="273947" y="675388"/>
                  </a:cubicBezTo>
                  <a:cubicBezTo>
                    <a:pt x="286646" y="750826"/>
                    <a:pt x="341891" y="822708"/>
                    <a:pt x="413519" y="857379"/>
                  </a:cubicBezTo>
                  <a:cubicBezTo>
                    <a:pt x="456699" y="878207"/>
                    <a:pt x="466351" y="889002"/>
                    <a:pt x="462160" y="911481"/>
                  </a:cubicBezTo>
                  <a:cubicBezTo>
                    <a:pt x="458731" y="929642"/>
                    <a:pt x="450857" y="935230"/>
                    <a:pt x="407931" y="950597"/>
                  </a:cubicBezTo>
                  <a:cubicBezTo>
                    <a:pt x="236736" y="1011557"/>
                    <a:pt x="93988" y="1155829"/>
                    <a:pt x="32647" y="1329693"/>
                  </a:cubicBezTo>
                  <a:cubicBezTo>
                    <a:pt x="7628" y="1400686"/>
                    <a:pt x="262" y="1446660"/>
                    <a:pt x="8" y="1535687"/>
                  </a:cubicBezTo>
                  <a:cubicBezTo>
                    <a:pt x="-119" y="1579629"/>
                    <a:pt x="1278" y="1620904"/>
                    <a:pt x="3056" y="1627508"/>
                  </a:cubicBezTo>
                  <a:lnTo>
                    <a:pt x="6358" y="1639447"/>
                  </a:lnTo>
                  <a:lnTo>
                    <a:pt x="1232668" y="1639447"/>
                  </a:lnTo>
                  <a:lnTo>
                    <a:pt x="1235970" y="1627508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2755232" y="5410552"/>
            <a:ext cx="1317736" cy="1718710"/>
            <a:chOff x="0" y="0"/>
            <a:chExt cx="1317727" cy="1718704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-36" y="32"/>
              <a:ext cx="1317691" cy="1718783"/>
            </a:xfrm>
            <a:custGeom>
              <a:avLst/>
              <a:gdLst/>
              <a:ahLst/>
              <a:cxnLst/>
              <a:rect r="r" b="b" t="t" l="l"/>
              <a:pathLst>
                <a:path h="1718783" w="1317691">
                  <a:moveTo>
                    <a:pt x="6132" y="1683095"/>
                  </a:moveTo>
                  <a:cubicBezTo>
                    <a:pt x="-3520" y="1625437"/>
                    <a:pt x="-1488" y="1510630"/>
                    <a:pt x="10196" y="1452083"/>
                  </a:cubicBezTo>
                  <a:cubicBezTo>
                    <a:pt x="45756" y="1273394"/>
                    <a:pt x="150022" y="1117820"/>
                    <a:pt x="298231" y="1022316"/>
                  </a:cubicBezTo>
                  <a:cubicBezTo>
                    <a:pt x="345602" y="991709"/>
                    <a:pt x="390559" y="970373"/>
                    <a:pt x="455837" y="947259"/>
                  </a:cubicBezTo>
                  <a:cubicBezTo>
                    <a:pt x="459901" y="945862"/>
                    <a:pt x="449233" y="938115"/>
                    <a:pt x="427770" y="927066"/>
                  </a:cubicBezTo>
                  <a:cubicBezTo>
                    <a:pt x="376081" y="900269"/>
                    <a:pt x="329600" y="852390"/>
                    <a:pt x="303057" y="798669"/>
                  </a:cubicBezTo>
                  <a:cubicBezTo>
                    <a:pt x="277149" y="746091"/>
                    <a:pt x="268513" y="706213"/>
                    <a:pt x="271434" y="651858"/>
                  </a:cubicBezTo>
                  <a:cubicBezTo>
                    <a:pt x="275625" y="573880"/>
                    <a:pt x="304581" y="509618"/>
                    <a:pt x="360842" y="453103"/>
                  </a:cubicBezTo>
                  <a:cubicBezTo>
                    <a:pt x="411133" y="402557"/>
                    <a:pt x="490508" y="366743"/>
                    <a:pt x="552484" y="366743"/>
                  </a:cubicBezTo>
                  <a:lnTo>
                    <a:pt x="574201" y="366743"/>
                  </a:lnTo>
                  <a:lnTo>
                    <a:pt x="550706" y="355059"/>
                  </a:lnTo>
                  <a:cubicBezTo>
                    <a:pt x="520099" y="339946"/>
                    <a:pt x="482253" y="301719"/>
                    <a:pt x="467140" y="270985"/>
                  </a:cubicBezTo>
                  <a:cubicBezTo>
                    <a:pt x="432723" y="200247"/>
                    <a:pt x="445931" y="116935"/>
                    <a:pt x="500287" y="62579"/>
                  </a:cubicBezTo>
                  <a:cubicBezTo>
                    <a:pt x="583726" y="-20860"/>
                    <a:pt x="733966" y="-20860"/>
                    <a:pt x="817405" y="62579"/>
                  </a:cubicBezTo>
                  <a:cubicBezTo>
                    <a:pt x="871760" y="116935"/>
                    <a:pt x="885095" y="200247"/>
                    <a:pt x="850552" y="270985"/>
                  </a:cubicBezTo>
                  <a:cubicBezTo>
                    <a:pt x="835566" y="301719"/>
                    <a:pt x="797720" y="339946"/>
                    <a:pt x="766986" y="355059"/>
                  </a:cubicBezTo>
                  <a:lnTo>
                    <a:pt x="743491" y="366743"/>
                  </a:lnTo>
                  <a:lnTo>
                    <a:pt x="765208" y="366743"/>
                  </a:lnTo>
                  <a:cubicBezTo>
                    <a:pt x="827057" y="366743"/>
                    <a:pt x="906558" y="402557"/>
                    <a:pt x="956850" y="453103"/>
                  </a:cubicBezTo>
                  <a:cubicBezTo>
                    <a:pt x="1013111" y="509618"/>
                    <a:pt x="1041940" y="573880"/>
                    <a:pt x="1046258" y="651858"/>
                  </a:cubicBezTo>
                  <a:cubicBezTo>
                    <a:pt x="1049179" y="706213"/>
                    <a:pt x="1040543" y="746091"/>
                    <a:pt x="1014635" y="798669"/>
                  </a:cubicBezTo>
                  <a:cubicBezTo>
                    <a:pt x="988092" y="852390"/>
                    <a:pt x="941610" y="900269"/>
                    <a:pt x="889921" y="927066"/>
                  </a:cubicBezTo>
                  <a:cubicBezTo>
                    <a:pt x="868458" y="938242"/>
                    <a:pt x="857791" y="945862"/>
                    <a:pt x="861855" y="947259"/>
                  </a:cubicBezTo>
                  <a:cubicBezTo>
                    <a:pt x="927132" y="970373"/>
                    <a:pt x="972090" y="991709"/>
                    <a:pt x="1019461" y="1022316"/>
                  </a:cubicBezTo>
                  <a:cubicBezTo>
                    <a:pt x="1167669" y="1117947"/>
                    <a:pt x="1271936" y="1273521"/>
                    <a:pt x="1307496" y="1452083"/>
                  </a:cubicBezTo>
                  <a:cubicBezTo>
                    <a:pt x="1319180" y="1510630"/>
                    <a:pt x="1321212" y="1625437"/>
                    <a:pt x="1311560" y="1683095"/>
                  </a:cubicBezTo>
                  <a:lnTo>
                    <a:pt x="1305591" y="1718782"/>
                  </a:lnTo>
                  <a:lnTo>
                    <a:pt x="12101" y="1718782"/>
                  </a:lnTo>
                  <a:lnTo>
                    <a:pt x="6132" y="1683095"/>
                  </a:lnTo>
                  <a:close/>
                </a:path>
              </a:pathLst>
            </a:custGeom>
            <a:solidFill>
              <a:srgbClr val="E3DBCD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5127119" y="5144738"/>
            <a:ext cx="2158213" cy="2084280"/>
            <a:chOff x="0" y="0"/>
            <a:chExt cx="2158213" cy="2084286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158046" cy="2084210"/>
            </a:xfrm>
            <a:custGeom>
              <a:avLst/>
              <a:gdLst/>
              <a:ahLst/>
              <a:cxnLst/>
              <a:rect r="r" b="b" t="t" l="l"/>
              <a:pathLst>
                <a:path h="2084210" w="2158046">
                  <a:moveTo>
                    <a:pt x="2142112" y="751968"/>
                  </a:moveTo>
                  <a:lnTo>
                    <a:pt x="1940563" y="625476"/>
                  </a:lnTo>
                  <a:cubicBezTo>
                    <a:pt x="1924180" y="615697"/>
                    <a:pt x="1902971" y="620142"/>
                    <a:pt x="1892811" y="636525"/>
                  </a:cubicBezTo>
                  <a:lnTo>
                    <a:pt x="1788417" y="802133"/>
                  </a:lnTo>
                  <a:lnTo>
                    <a:pt x="1524256" y="1221868"/>
                  </a:lnTo>
                  <a:lnTo>
                    <a:pt x="1524256" y="34671"/>
                  </a:lnTo>
                  <a:cubicBezTo>
                    <a:pt x="1524256" y="15494"/>
                    <a:pt x="1508762" y="0"/>
                    <a:pt x="1489585" y="0"/>
                  </a:cubicBezTo>
                  <a:lnTo>
                    <a:pt x="34671" y="0"/>
                  </a:lnTo>
                  <a:cubicBezTo>
                    <a:pt x="15494" y="0"/>
                    <a:pt x="0" y="15494"/>
                    <a:pt x="0" y="34671"/>
                  </a:cubicBezTo>
                  <a:lnTo>
                    <a:pt x="0" y="1773557"/>
                  </a:lnTo>
                  <a:cubicBezTo>
                    <a:pt x="0" y="1792734"/>
                    <a:pt x="15494" y="1808228"/>
                    <a:pt x="34671" y="1808228"/>
                  </a:cubicBezTo>
                  <a:lnTo>
                    <a:pt x="1179451" y="1808228"/>
                  </a:lnTo>
                  <a:lnTo>
                    <a:pt x="1151003" y="2045718"/>
                  </a:lnTo>
                  <a:cubicBezTo>
                    <a:pt x="1148590" y="2064514"/>
                    <a:pt x="1162052" y="2082040"/>
                    <a:pt x="1181229" y="2084072"/>
                  </a:cubicBezTo>
                  <a:cubicBezTo>
                    <a:pt x="1190627" y="2084834"/>
                    <a:pt x="1199136" y="2082421"/>
                    <a:pt x="1206121" y="2077087"/>
                  </a:cubicBezTo>
                  <a:lnTo>
                    <a:pt x="1438277" y="1929386"/>
                  </a:lnTo>
                  <a:cubicBezTo>
                    <a:pt x="1443484" y="1926084"/>
                    <a:pt x="1447421" y="1921512"/>
                    <a:pt x="1450088" y="1916305"/>
                  </a:cubicBezTo>
                  <a:lnTo>
                    <a:pt x="2045973" y="968630"/>
                  </a:lnTo>
                  <a:cubicBezTo>
                    <a:pt x="2046862" y="967614"/>
                    <a:pt x="2047751" y="966471"/>
                    <a:pt x="2048513" y="965201"/>
                  </a:cubicBezTo>
                  <a:lnTo>
                    <a:pt x="2152907" y="799593"/>
                  </a:lnTo>
                  <a:cubicBezTo>
                    <a:pt x="2162686" y="783210"/>
                    <a:pt x="2158241" y="762001"/>
                    <a:pt x="2141858" y="751841"/>
                  </a:cubicBezTo>
                  <a:close/>
                  <a:moveTo>
                    <a:pt x="1408432" y="1852424"/>
                  </a:moveTo>
                  <a:lnTo>
                    <a:pt x="1272161" y="1766699"/>
                  </a:lnTo>
                  <a:lnTo>
                    <a:pt x="1265684" y="1762635"/>
                  </a:lnTo>
                  <a:lnTo>
                    <a:pt x="1516001" y="1364489"/>
                  </a:lnTo>
                  <a:cubicBezTo>
                    <a:pt x="1518160" y="1361949"/>
                    <a:pt x="1519938" y="1359028"/>
                    <a:pt x="1521335" y="1355853"/>
                  </a:cubicBezTo>
                  <a:lnTo>
                    <a:pt x="1828168" y="868046"/>
                  </a:lnTo>
                  <a:lnTo>
                    <a:pt x="1970916" y="957835"/>
                  </a:lnTo>
                  <a:lnTo>
                    <a:pt x="1408432" y="1852424"/>
                  </a:lnTo>
                  <a:close/>
                  <a:moveTo>
                    <a:pt x="69342" y="69342"/>
                  </a:moveTo>
                  <a:lnTo>
                    <a:pt x="1454914" y="69342"/>
                  </a:lnTo>
                  <a:lnTo>
                    <a:pt x="1454914" y="1332231"/>
                  </a:lnTo>
                  <a:lnTo>
                    <a:pt x="1199263" y="1739013"/>
                  </a:lnTo>
                  <a:lnTo>
                    <a:pt x="69342" y="1739013"/>
                  </a:lnTo>
                  <a:lnTo>
                    <a:pt x="69342" y="69342"/>
                  </a:lnTo>
                  <a:close/>
                  <a:moveTo>
                    <a:pt x="1228092" y="1980948"/>
                  </a:moveTo>
                  <a:lnTo>
                    <a:pt x="1245618" y="1831977"/>
                  </a:lnTo>
                  <a:lnTo>
                    <a:pt x="1354584" y="1900557"/>
                  </a:lnTo>
                  <a:lnTo>
                    <a:pt x="1228092" y="1980948"/>
                  </a:lnTo>
                  <a:close/>
                  <a:moveTo>
                    <a:pt x="2008127" y="899288"/>
                  </a:moveTo>
                  <a:lnTo>
                    <a:pt x="1865252" y="809499"/>
                  </a:lnTo>
                  <a:lnTo>
                    <a:pt x="1932562" y="702184"/>
                  </a:lnTo>
                  <a:lnTo>
                    <a:pt x="2075437" y="791973"/>
                  </a:lnTo>
                  <a:lnTo>
                    <a:pt x="2008127" y="899288"/>
                  </a:lnTo>
                  <a:close/>
                  <a:moveTo>
                    <a:pt x="828676" y="442722"/>
                  </a:moveTo>
                  <a:lnTo>
                    <a:pt x="910210" y="520574"/>
                  </a:lnTo>
                  <a:lnTo>
                    <a:pt x="891033" y="629921"/>
                  </a:lnTo>
                  <a:cubicBezTo>
                    <a:pt x="888620" y="642113"/>
                    <a:pt x="891033" y="653670"/>
                    <a:pt x="895986" y="663322"/>
                  </a:cubicBezTo>
                  <a:cubicBezTo>
                    <a:pt x="899669" y="670688"/>
                    <a:pt x="905003" y="676784"/>
                    <a:pt x="911480" y="681610"/>
                  </a:cubicBezTo>
                  <a:cubicBezTo>
                    <a:pt x="917576" y="686055"/>
                    <a:pt x="924942" y="689357"/>
                    <a:pt x="932689" y="690627"/>
                  </a:cubicBezTo>
                  <a:cubicBezTo>
                    <a:pt x="942849" y="692278"/>
                    <a:pt x="953898" y="691008"/>
                    <a:pt x="964566" y="685674"/>
                  </a:cubicBezTo>
                  <a:lnTo>
                    <a:pt x="1067437" y="632588"/>
                  </a:lnTo>
                  <a:lnTo>
                    <a:pt x="1170180" y="685801"/>
                  </a:lnTo>
                  <a:cubicBezTo>
                    <a:pt x="1180848" y="691135"/>
                    <a:pt x="1191770" y="692278"/>
                    <a:pt x="1202057" y="690754"/>
                  </a:cubicBezTo>
                  <a:cubicBezTo>
                    <a:pt x="1209804" y="689484"/>
                    <a:pt x="1216789" y="686309"/>
                    <a:pt x="1223266" y="681737"/>
                  </a:cubicBezTo>
                  <a:cubicBezTo>
                    <a:pt x="1229743" y="677165"/>
                    <a:pt x="1235458" y="671069"/>
                    <a:pt x="1239141" y="663449"/>
                  </a:cubicBezTo>
                  <a:cubicBezTo>
                    <a:pt x="1244094" y="653670"/>
                    <a:pt x="1246126" y="642240"/>
                    <a:pt x="1244094" y="630048"/>
                  </a:cubicBezTo>
                  <a:lnTo>
                    <a:pt x="1224917" y="520701"/>
                  </a:lnTo>
                  <a:lnTo>
                    <a:pt x="1306451" y="442849"/>
                  </a:lnTo>
                  <a:cubicBezTo>
                    <a:pt x="1315468" y="434213"/>
                    <a:pt x="1320802" y="423672"/>
                    <a:pt x="1322326" y="412242"/>
                  </a:cubicBezTo>
                  <a:cubicBezTo>
                    <a:pt x="1323596" y="404114"/>
                    <a:pt x="1322707" y="395859"/>
                    <a:pt x="1320294" y="388239"/>
                  </a:cubicBezTo>
                  <a:cubicBezTo>
                    <a:pt x="1317881" y="380873"/>
                    <a:pt x="1313817" y="373888"/>
                    <a:pt x="1308483" y="368173"/>
                  </a:cubicBezTo>
                  <a:cubicBezTo>
                    <a:pt x="1301117" y="360045"/>
                    <a:pt x="1290957" y="354330"/>
                    <a:pt x="1278638" y="352679"/>
                  </a:cubicBezTo>
                  <a:lnTo>
                    <a:pt x="1164465" y="336423"/>
                  </a:lnTo>
                  <a:lnTo>
                    <a:pt x="1113792" y="235585"/>
                  </a:lnTo>
                  <a:cubicBezTo>
                    <a:pt x="1108077" y="224536"/>
                    <a:pt x="1099949" y="216789"/>
                    <a:pt x="1089789" y="212725"/>
                  </a:cubicBezTo>
                  <a:cubicBezTo>
                    <a:pt x="1082423" y="209423"/>
                    <a:pt x="1074676" y="207391"/>
                    <a:pt x="1066929" y="207391"/>
                  </a:cubicBezTo>
                  <a:cubicBezTo>
                    <a:pt x="1059182" y="207391"/>
                    <a:pt x="1051435" y="209042"/>
                    <a:pt x="1044069" y="212725"/>
                  </a:cubicBezTo>
                  <a:cubicBezTo>
                    <a:pt x="1034670" y="217170"/>
                    <a:pt x="1026542" y="224917"/>
                    <a:pt x="1021208" y="235585"/>
                  </a:cubicBezTo>
                  <a:lnTo>
                    <a:pt x="970662" y="336423"/>
                  </a:lnTo>
                  <a:lnTo>
                    <a:pt x="856489" y="352679"/>
                  </a:lnTo>
                  <a:cubicBezTo>
                    <a:pt x="844678" y="354330"/>
                    <a:pt x="834518" y="360045"/>
                    <a:pt x="826644" y="368173"/>
                  </a:cubicBezTo>
                  <a:cubicBezTo>
                    <a:pt x="821310" y="373888"/>
                    <a:pt x="817246" y="380746"/>
                    <a:pt x="814833" y="388239"/>
                  </a:cubicBezTo>
                  <a:lnTo>
                    <a:pt x="814833" y="388620"/>
                  </a:lnTo>
                  <a:cubicBezTo>
                    <a:pt x="812420" y="396367"/>
                    <a:pt x="811531" y="404495"/>
                    <a:pt x="812801" y="412369"/>
                  </a:cubicBezTo>
                  <a:cubicBezTo>
                    <a:pt x="814452" y="423291"/>
                    <a:pt x="819659" y="434340"/>
                    <a:pt x="828676" y="442849"/>
                  </a:cubicBezTo>
                  <a:close/>
                  <a:moveTo>
                    <a:pt x="988696" y="404114"/>
                  </a:moveTo>
                  <a:cubicBezTo>
                    <a:pt x="996443" y="402844"/>
                    <a:pt x="1004190" y="399669"/>
                    <a:pt x="1010667" y="395097"/>
                  </a:cubicBezTo>
                  <a:cubicBezTo>
                    <a:pt x="1017652" y="390144"/>
                    <a:pt x="1023240" y="384048"/>
                    <a:pt x="1027050" y="376301"/>
                  </a:cubicBezTo>
                  <a:lnTo>
                    <a:pt x="1027050" y="375920"/>
                  </a:lnTo>
                  <a:lnTo>
                    <a:pt x="1068326" y="293878"/>
                  </a:lnTo>
                  <a:lnTo>
                    <a:pt x="1109601" y="375920"/>
                  </a:lnTo>
                  <a:cubicBezTo>
                    <a:pt x="1113284" y="383667"/>
                    <a:pt x="1118999" y="390271"/>
                    <a:pt x="1125984" y="395478"/>
                  </a:cubicBezTo>
                  <a:cubicBezTo>
                    <a:pt x="1132461" y="399923"/>
                    <a:pt x="1139827" y="403225"/>
                    <a:pt x="1147955" y="404495"/>
                  </a:cubicBezTo>
                  <a:lnTo>
                    <a:pt x="1236093" y="417068"/>
                  </a:lnTo>
                  <a:lnTo>
                    <a:pt x="1174117" y="476250"/>
                  </a:lnTo>
                  <a:cubicBezTo>
                    <a:pt x="1167640" y="482346"/>
                    <a:pt x="1163068" y="489713"/>
                    <a:pt x="1160274" y="497841"/>
                  </a:cubicBezTo>
                  <a:cubicBezTo>
                    <a:pt x="1157861" y="505969"/>
                    <a:pt x="1156972" y="514986"/>
                    <a:pt x="1158623" y="524003"/>
                  </a:cubicBezTo>
                  <a:lnTo>
                    <a:pt x="1173736" y="610490"/>
                  </a:lnTo>
                  <a:lnTo>
                    <a:pt x="1091313" y="568072"/>
                  </a:lnTo>
                  <a:cubicBezTo>
                    <a:pt x="1084328" y="564389"/>
                    <a:pt x="1076200" y="562357"/>
                    <a:pt x="1068453" y="562357"/>
                  </a:cubicBezTo>
                  <a:cubicBezTo>
                    <a:pt x="1060706" y="562357"/>
                    <a:pt x="1052959" y="564389"/>
                    <a:pt x="1045593" y="568072"/>
                  </a:cubicBezTo>
                  <a:lnTo>
                    <a:pt x="963169" y="610490"/>
                  </a:lnTo>
                  <a:lnTo>
                    <a:pt x="978282" y="524003"/>
                  </a:lnTo>
                  <a:cubicBezTo>
                    <a:pt x="979933" y="514986"/>
                    <a:pt x="979553" y="506096"/>
                    <a:pt x="976631" y="497841"/>
                  </a:cubicBezTo>
                  <a:cubicBezTo>
                    <a:pt x="974218" y="489713"/>
                    <a:pt x="969265" y="482346"/>
                    <a:pt x="963169" y="476250"/>
                  </a:cubicBezTo>
                  <a:lnTo>
                    <a:pt x="900431" y="416560"/>
                  </a:lnTo>
                  <a:lnTo>
                    <a:pt x="988570" y="403987"/>
                  </a:lnTo>
                  <a:close/>
                  <a:moveTo>
                    <a:pt x="215011" y="438277"/>
                  </a:moveTo>
                  <a:cubicBezTo>
                    <a:pt x="215011" y="419100"/>
                    <a:pt x="230505" y="403606"/>
                    <a:pt x="249682" y="403606"/>
                  </a:cubicBezTo>
                  <a:lnTo>
                    <a:pt x="709169" y="403606"/>
                  </a:lnTo>
                  <a:cubicBezTo>
                    <a:pt x="728346" y="403606"/>
                    <a:pt x="743840" y="419100"/>
                    <a:pt x="743840" y="438277"/>
                  </a:cubicBezTo>
                  <a:cubicBezTo>
                    <a:pt x="743840" y="457454"/>
                    <a:pt x="728346" y="472948"/>
                    <a:pt x="709169" y="472948"/>
                  </a:cubicBezTo>
                  <a:lnTo>
                    <a:pt x="249682" y="472948"/>
                  </a:lnTo>
                  <a:cubicBezTo>
                    <a:pt x="230505" y="472948"/>
                    <a:pt x="215011" y="457454"/>
                    <a:pt x="215011" y="438277"/>
                  </a:cubicBezTo>
                  <a:close/>
                  <a:moveTo>
                    <a:pt x="215011" y="635001"/>
                  </a:moveTo>
                  <a:cubicBezTo>
                    <a:pt x="215011" y="615824"/>
                    <a:pt x="230505" y="600330"/>
                    <a:pt x="249682" y="600330"/>
                  </a:cubicBezTo>
                  <a:lnTo>
                    <a:pt x="709169" y="600330"/>
                  </a:lnTo>
                  <a:cubicBezTo>
                    <a:pt x="728346" y="600330"/>
                    <a:pt x="743840" y="615824"/>
                    <a:pt x="743840" y="635001"/>
                  </a:cubicBezTo>
                  <a:cubicBezTo>
                    <a:pt x="743840" y="654178"/>
                    <a:pt x="728346" y="669672"/>
                    <a:pt x="709169" y="669672"/>
                  </a:cubicBezTo>
                  <a:lnTo>
                    <a:pt x="249682" y="669672"/>
                  </a:lnTo>
                  <a:cubicBezTo>
                    <a:pt x="230505" y="669672"/>
                    <a:pt x="215011" y="654178"/>
                    <a:pt x="215011" y="635001"/>
                  </a:cubicBezTo>
                  <a:close/>
                  <a:moveTo>
                    <a:pt x="215011" y="831597"/>
                  </a:moveTo>
                  <a:cubicBezTo>
                    <a:pt x="215011" y="812420"/>
                    <a:pt x="230505" y="796926"/>
                    <a:pt x="249682" y="796926"/>
                  </a:cubicBezTo>
                  <a:lnTo>
                    <a:pt x="1290068" y="796926"/>
                  </a:lnTo>
                  <a:cubicBezTo>
                    <a:pt x="1309245" y="796926"/>
                    <a:pt x="1324739" y="812420"/>
                    <a:pt x="1324739" y="831597"/>
                  </a:cubicBezTo>
                  <a:cubicBezTo>
                    <a:pt x="1324739" y="850774"/>
                    <a:pt x="1309245" y="866268"/>
                    <a:pt x="1290068" y="866268"/>
                  </a:cubicBezTo>
                  <a:lnTo>
                    <a:pt x="249682" y="866268"/>
                  </a:lnTo>
                  <a:cubicBezTo>
                    <a:pt x="230505" y="866268"/>
                    <a:pt x="215011" y="850774"/>
                    <a:pt x="215011" y="831597"/>
                  </a:cubicBezTo>
                  <a:close/>
                  <a:moveTo>
                    <a:pt x="215011" y="1028320"/>
                  </a:moveTo>
                  <a:cubicBezTo>
                    <a:pt x="215011" y="1009143"/>
                    <a:pt x="230505" y="993649"/>
                    <a:pt x="249682" y="993649"/>
                  </a:cubicBezTo>
                  <a:lnTo>
                    <a:pt x="1290068" y="993649"/>
                  </a:lnTo>
                  <a:cubicBezTo>
                    <a:pt x="1309245" y="993649"/>
                    <a:pt x="1324739" y="1009143"/>
                    <a:pt x="1324739" y="1028320"/>
                  </a:cubicBezTo>
                  <a:cubicBezTo>
                    <a:pt x="1324739" y="1047497"/>
                    <a:pt x="1309245" y="1062991"/>
                    <a:pt x="1290068" y="1062991"/>
                  </a:cubicBezTo>
                  <a:lnTo>
                    <a:pt x="249682" y="1062991"/>
                  </a:lnTo>
                  <a:cubicBezTo>
                    <a:pt x="230505" y="1062991"/>
                    <a:pt x="215011" y="1047497"/>
                    <a:pt x="215011" y="1028320"/>
                  </a:cubicBezTo>
                  <a:close/>
                  <a:moveTo>
                    <a:pt x="215011" y="1225043"/>
                  </a:moveTo>
                  <a:cubicBezTo>
                    <a:pt x="215011" y="1205866"/>
                    <a:pt x="230505" y="1190372"/>
                    <a:pt x="249682" y="1190372"/>
                  </a:cubicBezTo>
                  <a:lnTo>
                    <a:pt x="1290068" y="1190372"/>
                  </a:lnTo>
                  <a:cubicBezTo>
                    <a:pt x="1309245" y="1190372"/>
                    <a:pt x="1324739" y="1205866"/>
                    <a:pt x="1324739" y="1225043"/>
                  </a:cubicBezTo>
                  <a:cubicBezTo>
                    <a:pt x="1324739" y="1244220"/>
                    <a:pt x="1309245" y="1259714"/>
                    <a:pt x="1290068" y="1259714"/>
                  </a:cubicBezTo>
                  <a:lnTo>
                    <a:pt x="249682" y="1259714"/>
                  </a:lnTo>
                  <a:cubicBezTo>
                    <a:pt x="230505" y="1259714"/>
                    <a:pt x="215011" y="1244220"/>
                    <a:pt x="215011" y="1225043"/>
                  </a:cubicBezTo>
                  <a:close/>
                  <a:moveTo>
                    <a:pt x="249682" y="1456438"/>
                  </a:moveTo>
                  <a:cubicBezTo>
                    <a:pt x="230505" y="1456438"/>
                    <a:pt x="215011" y="1440944"/>
                    <a:pt x="215011" y="1421766"/>
                  </a:cubicBezTo>
                  <a:cubicBezTo>
                    <a:pt x="215011" y="1402589"/>
                    <a:pt x="230505" y="1387095"/>
                    <a:pt x="249682" y="1387095"/>
                  </a:cubicBezTo>
                  <a:lnTo>
                    <a:pt x="1290068" y="1387095"/>
                  </a:lnTo>
                  <a:cubicBezTo>
                    <a:pt x="1309245" y="1387095"/>
                    <a:pt x="1324739" y="1402589"/>
                    <a:pt x="1324739" y="1421766"/>
                  </a:cubicBezTo>
                  <a:cubicBezTo>
                    <a:pt x="1324739" y="1440944"/>
                    <a:pt x="1309245" y="1456438"/>
                    <a:pt x="1290068" y="1456438"/>
                  </a:cubicBezTo>
                  <a:lnTo>
                    <a:pt x="249682" y="1456438"/>
                  </a:lnTo>
                  <a:close/>
                </a:path>
              </a:pathLst>
            </a:custGeom>
            <a:solidFill>
              <a:srgbClr val="E3DBCD"/>
            </a:solidFill>
          </p:spPr>
        </p:sp>
      </p:grpSp>
      <p:grpSp>
        <p:nvGrpSpPr>
          <p:cNvPr name="Group 18" id="18"/>
          <p:cNvGrpSpPr/>
          <p:nvPr/>
        </p:nvGrpSpPr>
        <p:grpSpPr>
          <a:xfrm rot="1442160">
            <a:off x="-919305" y="-941870"/>
            <a:ext cx="6436509" cy="7376560"/>
            <a:chOff x="0" y="0"/>
            <a:chExt cx="8582012" cy="9835413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582025" cy="9835388"/>
            </a:xfrm>
            <a:custGeom>
              <a:avLst/>
              <a:gdLst/>
              <a:ahLst/>
              <a:cxnLst/>
              <a:rect r="r" b="b" t="t" l="l"/>
              <a:pathLst>
                <a:path h="9835388" w="8582025">
                  <a:moveTo>
                    <a:pt x="0" y="2821940"/>
                  </a:moveTo>
                  <a:lnTo>
                    <a:pt x="3108071" y="9790811"/>
                  </a:lnTo>
                  <a:lnTo>
                    <a:pt x="8500872" y="9835388"/>
                  </a:lnTo>
                  <a:lnTo>
                    <a:pt x="8582025" y="18669"/>
                  </a:lnTo>
                  <a:lnTo>
                    <a:pt x="6327267" y="0"/>
                  </a:lnTo>
                  <a:close/>
                </a:path>
              </a:pathLst>
            </a:custGeom>
            <a:blipFill>
              <a:blip r:embed="rId4"/>
              <a:stretch>
                <a:fillRect l="-26728" t="-718" r="0" b="0"/>
              </a:stretch>
            </a:blip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2354725" y="0"/>
            <a:ext cx="5933275" cy="5183553"/>
            <a:chOff x="0" y="0"/>
            <a:chExt cx="7911033" cy="6911404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7911084" cy="6911467"/>
            </a:xfrm>
            <a:custGeom>
              <a:avLst/>
              <a:gdLst/>
              <a:ahLst/>
              <a:cxnLst/>
              <a:rect r="r" b="b" t="t" l="l"/>
              <a:pathLst>
                <a:path h="6911467" w="7911084">
                  <a:moveTo>
                    <a:pt x="0" y="0"/>
                  </a:moveTo>
                  <a:lnTo>
                    <a:pt x="7911084" y="0"/>
                  </a:lnTo>
                  <a:lnTo>
                    <a:pt x="7911084" y="6911467"/>
                  </a:lnTo>
                  <a:lnTo>
                    <a:pt x="0" y="69114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58763" r="-18795" b="0"/>
              </a:stretch>
            </a:blip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1130275" y="5648668"/>
            <a:ext cx="1678943" cy="1435494"/>
            <a:chOff x="0" y="0"/>
            <a:chExt cx="1678940" cy="1435494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678940" cy="1435481"/>
            </a:xfrm>
            <a:custGeom>
              <a:avLst/>
              <a:gdLst/>
              <a:ahLst/>
              <a:cxnLst/>
              <a:rect r="r" b="b" t="t" l="l"/>
              <a:pathLst>
                <a:path h="1435481" w="1678940">
                  <a:moveTo>
                    <a:pt x="0" y="1435481"/>
                  </a:moveTo>
                  <a:lnTo>
                    <a:pt x="1678940" y="1435481"/>
                  </a:lnTo>
                  <a:lnTo>
                    <a:pt x="167894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4234586" y="5361546"/>
            <a:ext cx="2312241" cy="1722615"/>
            <a:chOff x="0" y="0"/>
            <a:chExt cx="2312238" cy="1722615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2312289" cy="1722628"/>
            </a:xfrm>
            <a:custGeom>
              <a:avLst/>
              <a:gdLst/>
              <a:ahLst/>
              <a:cxnLst/>
              <a:rect r="r" b="b" t="t" l="l"/>
              <a:pathLst>
                <a:path h="1722628" w="2312289">
                  <a:moveTo>
                    <a:pt x="0" y="1722628"/>
                  </a:moveTo>
                  <a:lnTo>
                    <a:pt x="2312289" y="1722628"/>
                  </a:lnTo>
                  <a:lnTo>
                    <a:pt x="231228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7637878" y="5957764"/>
            <a:ext cx="2125294" cy="1126398"/>
            <a:chOff x="0" y="0"/>
            <a:chExt cx="2125294" cy="1126401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2125345" cy="1126363"/>
            </a:xfrm>
            <a:custGeom>
              <a:avLst/>
              <a:gdLst/>
              <a:ahLst/>
              <a:cxnLst/>
              <a:rect r="r" b="b" t="t" l="l"/>
              <a:pathLst>
                <a:path h="1126363" w="2125345">
                  <a:moveTo>
                    <a:pt x="0" y="1126363"/>
                  </a:moveTo>
                  <a:lnTo>
                    <a:pt x="2125345" y="1126363"/>
                  </a:lnTo>
                  <a:lnTo>
                    <a:pt x="212534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10801702" y="5361546"/>
            <a:ext cx="3286877" cy="1807778"/>
            <a:chOff x="0" y="0"/>
            <a:chExt cx="3286874" cy="1807782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3286887" cy="1807845"/>
            </a:xfrm>
            <a:custGeom>
              <a:avLst/>
              <a:gdLst/>
              <a:ahLst/>
              <a:cxnLst/>
              <a:rect r="r" b="b" t="t" l="l"/>
              <a:pathLst>
                <a:path h="1807845" w="3286887">
                  <a:moveTo>
                    <a:pt x="0" y="1807845"/>
                  </a:moveTo>
                  <a:lnTo>
                    <a:pt x="3286887" y="1807845"/>
                  </a:lnTo>
                  <a:lnTo>
                    <a:pt x="328688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15127119" y="5143500"/>
            <a:ext cx="2163128" cy="2087423"/>
            <a:chOff x="0" y="0"/>
            <a:chExt cx="2163128" cy="2087423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2163065" cy="2087372"/>
            </a:xfrm>
            <a:custGeom>
              <a:avLst/>
              <a:gdLst/>
              <a:ahLst/>
              <a:cxnLst/>
              <a:rect r="r" b="b" t="t" l="l"/>
              <a:pathLst>
                <a:path h="2087372" w="2163065">
                  <a:moveTo>
                    <a:pt x="0" y="2087372"/>
                  </a:moveTo>
                  <a:lnTo>
                    <a:pt x="2163065" y="2087372"/>
                  </a:lnTo>
                  <a:lnTo>
                    <a:pt x="216306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sp>
        <p:nvSpPr>
          <p:cNvPr name="TextBox 32" id="32"/>
          <p:cNvSpPr txBox="true"/>
          <p:nvPr/>
        </p:nvSpPr>
        <p:spPr>
          <a:xfrm rot="0">
            <a:off x="3848510" y="1403385"/>
            <a:ext cx="9042549" cy="2393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169"/>
              </a:lnSpc>
            </a:pPr>
            <a:r>
              <a:rPr lang="en-US" sz="12263">
                <a:solidFill>
                  <a:srgbClr val="E3DBCD"/>
                </a:solidFill>
                <a:latin typeface="Bahir"/>
                <a:ea typeface="Bahir"/>
                <a:cs typeface="Bahir"/>
                <a:sym typeface="Bahir"/>
              </a:rPr>
              <a:t>COMO MEDIR EL DESEMPE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3897461" y="1403385"/>
            <a:ext cx="476288" cy="2393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169"/>
              </a:lnSpc>
            </a:pPr>
            <a:r>
              <a:rPr lang="en-US" sz="12263">
                <a:solidFill>
                  <a:srgbClr val="E3DBCD"/>
                </a:solidFill>
                <a:latin typeface="Bahir"/>
                <a:ea typeface="Bahir"/>
                <a:cs typeface="Bahir"/>
                <a:sym typeface="Bahir"/>
              </a:rPr>
              <a:t>O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2713751" y="1771459"/>
            <a:ext cx="1207389" cy="21607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169"/>
              </a:lnSpc>
            </a:pPr>
            <a:r>
              <a:rPr lang="en-US" sz="12263">
                <a:solidFill>
                  <a:srgbClr val="E3DBCD"/>
                </a:solidFill>
                <a:latin typeface="Noto Sans Arabic"/>
                <a:ea typeface="Noto Sans Arabic"/>
                <a:cs typeface="Noto Sans Arabic"/>
                <a:sym typeface="Noto Sans Arabic"/>
              </a:rPr>
              <a:t>Ñ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894131" y="6900358"/>
            <a:ext cx="2235794" cy="13325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595"/>
              </a:lnSpc>
            </a:pPr>
            <a:r>
              <a:rPr lang="en-US" sz="6854">
                <a:solidFill>
                  <a:srgbClr val="E3DBCD"/>
                </a:solidFill>
                <a:latin typeface="Bahir"/>
                <a:ea typeface="Bahir"/>
                <a:cs typeface="Bahir"/>
                <a:sym typeface="Bahir"/>
              </a:rPr>
              <a:t>PROBLEMA 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3956571" y="6900358"/>
            <a:ext cx="1821323" cy="13325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595"/>
              </a:lnSpc>
            </a:pPr>
            <a:r>
              <a:rPr lang="en-US" sz="6854">
                <a:solidFill>
                  <a:srgbClr val="E3DBCD"/>
                </a:solidFill>
                <a:latin typeface="Bahir"/>
                <a:ea typeface="Bahir"/>
                <a:cs typeface="Bahir"/>
                <a:sym typeface="Bahir"/>
              </a:rPr>
              <a:t> ACTUACI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6422031" y="6900358"/>
            <a:ext cx="344234" cy="13325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595"/>
              </a:lnSpc>
            </a:pPr>
            <a:r>
              <a:rPr lang="en-US" sz="6854">
                <a:solidFill>
                  <a:srgbClr val="E3DBCD"/>
                </a:solidFill>
                <a:latin typeface="Bahir"/>
                <a:ea typeface="Bahir"/>
                <a:cs typeface="Bahir"/>
                <a:sym typeface="Bahir"/>
              </a:rPr>
              <a:t>N 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7630011" y="6900358"/>
            <a:ext cx="2315994" cy="13325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595"/>
              </a:lnSpc>
            </a:pPr>
            <a:r>
              <a:rPr lang="en-US" sz="6854">
                <a:solidFill>
                  <a:srgbClr val="E3DBCD"/>
                </a:solidFill>
                <a:latin typeface="Bahir"/>
                <a:ea typeface="Bahir"/>
                <a:cs typeface="Bahir"/>
                <a:sym typeface="Bahir"/>
              </a:rPr>
              <a:t> INDICADOR 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0771080" y="6900358"/>
            <a:ext cx="2385793" cy="13325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595"/>
              </a:lnSpc>
            </a:pPr>
            <a:r>
              <a:rPr lang="en-US" sz="6854">
                <a:solidFill>
                  <a:srgbClr val="E3DBCD"/>
                </a:solidFill>
                <a:latin typeface="Bahir"/>
                <a:ea typeface="Bahir"/>
                <a:cs typeface="Bahir"/>
                <a:sym typeface="Bahir"/>
              </a:rPr>
              <a:t> COMPARACI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3789952" y="6900358"/>
            <a:ext cx="344234" cy="13325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595"/>
              </a:lnSpc>
            </a:pPr>
            <a:r>
              <a:rPr lang="en-US" sz="6854">
                <a:solidFill>
                  <a:srgbClr val="E3DBCD"/>
                </a:solidFill>
                <a:latin typeface="Bahir"/>
                <a:ea typeface="Bahir"/>
                <a:cs typeface="Bahir"/>
                <a:sym typeface="Bahir"/>
              </a:rPr>
              <a:t>N 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4997922" y="6900358"/>
            <a:ext cx="1405557" cy="13325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595"/>
              </a:lnSpc>
            </a:pPr>
            <a:r>
              <a:rPr lang="en-US" sz="6854">
                <a:solidFill>
                  <a:srgbClr val="E3DBCD"/>
                </a:solidFill>
                <a:latin typeface="Bahir"/>
                <a:ea typeface="Bahir"/>
                <a:cs typeface="Bahir"/>
                <a:sym typeface="Bahir"/>
              </a:rPr>
              <a:t> REVISI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7055770" y="6900358"/>
            <a:ext cx="257527" cy="13325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595"/>
              </a:lnSpc>
            </a:pPr>
            <a:r>
              <a:rPr lang="en-US" sz="6854">
                <a:solidFill>
                  <a:srgbClr val="E3DBCD"/>
                </a:solidFill>
                <a:latin typeface="Bahir"/>
                <a:ea typeface="Bahir"/>
                <a:cs typeface="Bahir"/>
                <a:sym typeface="Bahir"/>
              </a:rPr>
              <a:t>N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3086081" y="7182050"/>
            <a:ext cx="887901" cy="12036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595"/>
              </a:lnSpc>
            </a:pPr>
            <a:r>
              <a:rPr lang="en-US" sz="6854">
                <a:solidFill>
                  <a:srgbClr val="E3DBCD"/>
                </a:solidFill>
                <a:latin typeface="Noto Sans"/>
                <a:ea typeface="Noto Sans"/>
                <a:cs typeface="Noto Sans"/>
                <a:sym typeface="Noto Sans"/>
              </a:rPr>
              <a:t>→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6759521" y="7182050"/>
            <a:ext cx="887901" cy="12036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595"/>
              </a:lnSpc>
            </a:pPr>
            <a:r>
              <a:rPr lang="en-US" sz="6854">
                <a:solidFill>
                  <a:srgbClr val="E3DBCD"/>
                </a:solidFill>
                <a:latin typeface="Noto Sans"/>
                <a:ea typeface="Noto Sans"/>
                <a:cs typeface="Noto Sans"/>
                <a:sym typeface="Noto Sans"/>
              </a:rPr>
              <a:t>→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9900590" y="7182050"/>
            <a:ext cx="887901" cy="12036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595"/>
              </a:lnSpc>
            </a:pPr>
            <a:r>
              <a:rPr lang="en-US" sz="6854">
                <a:solidFill>
                  <a:srgbClr val="E3DBCD"/>
                </a:solidFill>
                <a:latin typeface="Noto Sans"/>
                <a:ea typeface="Noto Sans"/>
                <a:cs typeface="Noto Sans"/>
                <a:sym typeface="Noto Sans"/>
              </a:rPr>
              <a:t>→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4127432" y="7182050"/>
            <a:ext cx="887901" cy="12036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595"/>
              </a:lnSpc>
            </a:pPr>
            <a:r>
              <a:rPr lang="en-US" sz="6854">
                <a:solidFill>
                  <a:srgbClr val="E3DBCD"/>
                </a:solidFill>
                <a:latin typeface="Noto Sans"/>
                <a:ea typeface="Noto Sans"/>
                <a:cs typeface="Noto Sans"/>
                <a:sym typeface="Noto Sans"/>
              </a:rPr>
              <a:t>→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5742184" y="7104955"/>
            <a:ext cx="693449" cy="1203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595"/>
              </a:lnSpc>
            </a:pPr>
            <a:r>
              <a:rPr lang="en-US" sz="6854">
                <a:solidFill>
                  <a:srgbClr val="E3DBCD"/>
                </a:solidFill>
                <a:latin typeface="Noto Sans Arabic"/>
                <a:ea typeface="Noto Sans Arabic"/>
                <a:cs typeface="Noto Sans Arabic"/>
                <a:sym typeface="Noto Sans Arabic"/>
              </a:rPr>
              <a:t>Ó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13110096" y="7104955"/>
            <a:ext cx="693449" cy="1203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595"/>
              </a:lnSpc>
            </a:pPr>
            <a:r>
              <a:rPr lang="en-US" sz="6854">
                <a:solidFill>
                  <a:srgbClr val="E3DBCD"/>
                </a:solidFill>
                <a:latin typeface="Noto Sans Arabic"/>
                <a:ea typeface="Noto Sans Arabic"/>
                <a:cs typeface="Noto Sans Arabic"/>
                <a:sym typeface="Noto Sans Arabic"/>
              </a:rPr>
              <a:t>Ó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16375913" y="7104955"/>
            <a:ext cx="693449" cy="1203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595"/>
              </a:lnSpc>
            </a:pPr>
            <a:r>
              <a:rPr lang="en-US" sz="6854">
                <a:solidFill>
                  <a:srgbClr val="E3DBCD"/>
                </a:solidFill>
                <a:latin typeface="Noto Sans Arabic"/>
                <a:ea typeface="Noto Sans Arabic"/>
                <a:cs typeface="Noto Sans Arabic"/>
                <a:sym typeface="Noto Sans Arabic"/>
              </a:rPr>
              <a:t>Ó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E100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565578" y="4018121"/>
            <a:ext cx="2457421" cy="2250643"/>
            <a:chOff x="0" y="0"/>
            <a:chExt cx="2457425" cy="225064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63500" y="63500"/>
              <a:ext cx="2330326" cy="2123567"/>
            </a:xfrm>
            <a:custGeom>
              <a:avLst/>
              <a:gdLst/>
              <a:ahLst/>
              <a:cxnLst/>
              <a:rect r="r" b="b" t="t" l="l"/>
              <a:pathLst>
                <a:path h="2123567" w="2330326">
                  <a:moveTo>
                    <a:pt x="2205612" y="124841"/>
                  </a:moveTo>
                  <a:lnTo>
                    <a:pt x="2205612" y="1998853"/>
                  </a:lnTo>
                  <a:lnTo>
                    <a:pt x="124841" y="1998853"/>
                  </a:lnTo>
                  <a:lnTo>
                    <a:pt x="124841" y="124841"/>
                  </a:lnTo>
                  <a:close/>
                  <a:moveTo>
                    <a:pt x="61087" y="0"/>
                  </a:moveTo>
                  <a:cubicBezTo>
                    <a:pt x="27178" y="762"/>
                    <a:pt x="0" y="28321"/>
                    <a:pt x="0" y="62357"/>
                  </a:cubicBezTo>
                  <a:lnTo>
                    <a:pt x="0" y="2061210"/>
                  </a:lnTo>
                  <a:cubicBezTo>
                    <a:pt x="0" y="2095627"/>
                    <a:pt x="27940" y="2123567"/>
                    <a:pt x="62357" y="2123567"/>
                  </a:cubicBezTo>
                  <a:lnTo>
                    <a:pt x="2267969" y="2123567"/>
                  </a:lnTo>
                  <a:cubicBezTo>
                    <a:pt x="2302386" y="2123567"/>
                    <a:pt x="2330326" y="2095627"/>
                    <a:pt x="2330326" y="2061210"/>
                  </a:cubicBezTo>
                  <a:lnTo>
                    <a:pt x="2330326" y="62357"/>
                  </a:lnTo>
                  <a:cubicBezTo>
                    <a:pt x="2330326" y="28321"/>
                    <a:pt x="2303148" y="635"/>
                    <a:pt x="2269239" y="0"/>
                  </a:cubicBezTo>
                  <a:close/>
                </a:path>
              </a:pathLst>
            </a:custGeom>
            <a:solidFill>
              <a:srgbClr val="E3DBCD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238760" y="439420"/>
              <a:ext cx="1979932" cy="124841"/>
            </a:xfrm>
            <a:custGeom>
              <a:avLst/>
              <a:gdLst/>
              <a:ahLst/>
              <a:cxnLst/>
              <a:rect r="r" b="b" t="t" l="l"/>
              <a:pathLst>
                <a:path h="124841" w="1979932">
                  <a:moveTo>
                    <a:pt x="1917576" y="124841"/>
                  </a:moveTo>
                  <a:lnTo>
                    <a:pt x="62357" y="124841"/>
                  </a:lnTo>
                  <a:cubicBezTo>
                    <a:pt x="27940" y="124841"/>
                    <a:pt x="0" y="96901"/>
                    <a:pt x="0" y="62484"/>
                  </a:cubicBezTo>
                  <a:cubicBezTo>
                    <a:pt x="0" y="28067"/>
                    <a:pt x="27940" y="0"/>
                    <a:pt x="62357" y="0"/>
                  </a:cubicBezTo>
                  <a:lnTo>
                    <a:pt x="1917576" y="0"/>
                  </a:lnTo>
                  <a:cubicBezTo>
                    <a:pt x="1951993" y="0"/>
                    <a:pt x="1979933" y="27940"/>
                    <a:pt x="1979933" y="62357"/>
                  </a:cubicBezTo>
                  <a:cubicBezTo>
                    <a:pt x="1979933" y="96774"/>
                    <a:pt x="1951993" y="124714"/>
                    <a:pt x="1917576" y="124714"/>
                  </a:cubicBezTo>
                  <a:close/>
                </a:path>
              </a:pathLst>
            </a:custGeom>
            <a:solidFill>
              <a:srgbClr val="E3DBCD"/>
            </a:solid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1809371" y="258064"/>
              <a:ext cx="409322" cy="124714"/>
            </a:xfrm>
            <a:custGeom>
              <a:avLst/>
              <a:gdLst/>
              <a:ahLst/>
              <a:cxnLst/>
              <a:rect r="r" b="b" t="t" l="l"/>
              <a:pathLst>
                <a:path h="124714" w="409322">
                  <a:moveTo>
                    <a:pt x="346965" y="124714"/>
                  </a:moveTo>
                  <a:lnTo>
                    <a:pt x="62357" y="124714"/>
                  </a:lnTo>
                  <a:cubicBezTo>
                    <a:pt x="27940" y="124714"/>
                    <a:pt x="0" y="96774"/>
                    <a:pt x="0" y="62357"/>
                  </a:cubicBezTo>
                  <a:cubicBezTo>
                    <a:pt x="0" y="27940"/>
                    <a:pt x="27940" y="0"/>
                    <a:pt x="62357" y="0"/>
                  </a:cubicBezTo>
                  <a:lnTo>
                    <a:pt x="346965" y="0"/>
                  </a:lnTo>
                  <a:cubicBezTo>
                    <a:pt x="381382" y="0"/>
                    <a:pt x="409322" y="27940"/>
                    <a:pt x="409322" y="62357"/>
                  </a:cubicBezTo>
                  <a:cubicBezTo>
                    <a:pt x="409322" y="96774"/>
                    <a:pt x="381382" y="124714"/>
                    <a:pt x="346965" y="124714"/>
                  </a:cubicBezTo>
                  <a:close/>
                </a:path>
              </a:pathLst>
            </a:custGeom>
            <a:solidFill>
              <a:srgbClr val="E3DBCD"/>
            </a:solid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238760" y="258064"/>
              <a:ext cx="274447" cy="124714"/>
            </a:xfrm>
            <a:custGeom>
              <a:avLst/>
              <a:gdLst/>
              <a:ahLst/>
              <a:cxnLst/>
              <a:rect r="r" b="b" t="t" l="l"/>
              <a:pathLst>
                <a:path h="124714" w="274447">
                  <a:moveTo>
                    <a:pt x="212091" y="124714"/>
                  </a:moveTo>
                  <a:lnTo>
                    <a:pt x="62357" y="124714"/>
                  </a:lnTo>
                  <a:cubicBezTo>
                    <a:pt x="27940" y="124714"/>
                    <a:pt x="0" y="96774"/>
                    <a:pt x="0" y="62357"/>
                  </a:cubicBezTo>
                  <a:cubicBezTo>
                    <a:pt x="0" y="27940"/>
                    <a:pt x="27940" y="0"/>
                    <a:pt x="62357" y="0"/>
                  </a:cubicBezTo>
                  <a:lnTo>
                    <a:pt x="212091" y="0"/>
                  </a:lnTo>
                  <a:cubicBezTo>
                    <a:pt x="246508" y="0"/>
                    <a:pt x="274448" y="27940"/>
                    <a:pt x="274448" y="62357"/>
                  </a:cubicBezTo>
                  <a:cubicBezTo>
                    <a:pt x="274448" y="96774"/>
                    <a:pt x="246508" y="124714"/>
                    <a:pt x="212091" y="124714"/>
                  </a:cubicBezTo>
                  <a:close/>
                </a:path>
              </a:pathLst>
            </a:custGeom>
            <a:solidFill>
              <a:srgbClr val="E3DBCD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480315" y="920369"/>
              <a:ext cx="444628" cy="764540"/>
            </a:xfrm>
            <a:custGeom>
              <a:avLst/>
              <a:gdLst/>
              <a:ahLst/>
              <a:cxnLst/>
              <a:rect r="r" b="b" t="t" l="l"/>
              <a:pathLst>
                <a:path h="764540" w="444628">
                  <a:moveTo>
                    <a:pt x="382270" y="764540"/>
                  </a:moveTo>
                  <a:cubicBezTo>
                    <a:pt x="366268" y="764540"/>
                    <a:pt x="350266" y="758444"/>
                    <a:pt x="338074" y="746252"/>
                  </a:cubicBezTo>
                  <a:lnTo>
                    <a:pt x="18288" y="426466"/>
                  </a:lnTo>
                  <a:cubicBezTo>
                    <a:pt x="-6096" y="402082"/>
                    <a:pt x="-6096" y="362585"/>
                    <a:pt x="18288" y="338201"/>
                  </a:cubicBezTo>
                  <a:lnTo>
                    <a:pt x="338074" y="18288"/>
                  </a:lnTo>
                  <a:cubicBezTo>
                    <a:pt x="362458" y="-6096"/>
                    <a:pt x="401955" y="-6096"/>
                    <a:pt x="426339" y="18288"/>
                  </a:cubicBezTo>
                  <a:cubicBezTo>
                    <a:pt x="450723" y="42672"/>
                    <a:pt x="450723" y="82169"/>
                    <a:pt x="426339" y="106553"/>
                  </a:cubicBezTo>
                  <a:lnTo>
                    <a:pt x="150622" y="382270"/>
                  </a:lnTo>
                  <a:lnTo>
                    <a:pt x="426339" y="657987"/>
                  </a:lnTo>
                  <a:cubicBezTo>
                    <a:pt x="450723" y="682371"/>
                    <a:pt x="450723" y="721868"/>
                    <a:pt x="426339" y="746252"/>
                  </a:cubicBezTo>
                  <a:cubicBezTo>
                    <a:pt x="414147" y="758444"/>
                    <a:pt x="398145" y="764540"/>
                    <a:pt x="382143" y="764540"/>
                  </a:cubicBezTo>
                  <a:close/>
                </a:path>
              </a:pathLst>
            </a:custGeom>
            <a:solidFill>
              <a:srgbClr val="E3DBCD"/>
            </a:solid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1532384" y="941578"/>
              <a:ext cx="444755" cy="764667"/>
            </a:xfrm>
            <a:custGeom>
              <a:avLst/>
              <a:gdLst/>
              <a:ahLst/>
              <a:cxnLst/>
              <a:rect r="r" b="b" t="t" l="l"/>
              <a:pathLst>
                <a:path h="764667" w="444755">
                  <a:moveTo>
                    <a:pt x="62484" y="764667"/>
                  </a:moveTo>
                  <a:cubicBezTo>
                    <a:pt x="46482" y="764667"/>
                    <a:pt x="30480" y="758571"/>
                    <a:pt x="18288" y="746379"/>
                  </a:cubicBezTo>
                  <a:cubicBezTo>
                    <a:pt x="-6096" y="721995"/>
                    <a:pt x="-6096" y="682498"/>
                    <a:pt x="18288" y="658114"/>
                  </a:cubicBezTo>
                  <a:lnTo>
                    <a:pt x="294005" y="382397"/>
                  </a:lnTo>
                  <a:lnTo>
                    <a:pt x="18288" y="106553"/>
                  </a:lnTo>
                  <a:cubicBezTo>
                    <a:pt x="-6096" y="82169"/>
                    <a:pt x="-6096" y="42672"/>
                    <a:pt x="18288" y="18288"/>
                  </a:cubicBezTo>
                  <a:cubicBezTo>
                    <a:pt x="42672" y="-6096"/>
                    <a:pt x="82169" y="-6096"/>
                    <a:pt x="106553" y="18288"/>
                  </a:cubicBezTo>
                  <a:lnTo>
                    <a:pt x="426467" y="338201"/>
                  </a:lnTo>
                  <a:cubicBezTo>
                    <a:pt x="450851" y="362585"/>
                    <a:pt x="450851" y="402082"/>
                    <a:pt x="426467" y="426466"/>
                  </a:cubicBezTo>
                  <a:lnTo>
                    <a:pt x="106553" y="746379"/>
                  </a:lnTo>
                  <a:cubicBezTo>
                    <a:pt x="94361" y="758571"/>
                    <a:pt x="78359" y="764667"/>
                    <a:pt x="62357" y="764667"/>
                  </a:cubicBezTo>
                  <a:close/>
                </a:path>
              </a:pathLst>
            </a:custGeom>
            <a:solidFill>
              <a:srgbClr val="E3DBCD"/>
            </a:solid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1017297" y="841273"/>
              <a:ext cx="423001" cy="943838"/>
            </a:xfrm>
            <a:custGeom>
              <a:avLst/>
              <a:gdLst/>
              <a:ahLst/>
              <a:cxnLst/>
              <a:rect r="r" b="b" t="t" l="l"/>
              <a:pathLst>
                <a:path h="943838" w="423001">
                  <a:moveTo>
                    <a:pt x="62458" y="943839"/>
                  </a:moveTo>
                  <a:cubicBezTo>
                    <a:pt x="55346" y="943839"/>
                    <a:pt x="48107" y="942696"/>
                    <a:pt x="41122" y="940029"/>
                  </a:cubicBezTo>
                  <a:cubicBezTo>
                    <a:pt x="8737" y="928218"/>
                    <a:pt x="-8027" y="892404"/>
                    <a:pt x="3784" y="860019"/>
                  </a:cubicBezTo>
                  <a:lnTo>
                    <a:pt x="301854" y="41123"/>
                  </a:lnTo>
                  <a:cubicBezTo>
                    <a:pt x="313665" y="8738"/>
                    <a:pt x="349352" y="-8026"/>
                    <a:pt x="381864" y="3785"/>
                  </a:cubicBezTo>
                  <a:cubicBezTo>
                    <a:pt x="414376" y="15596"/>
                    <a:pt x="431013" y="51410"/>
                    <a:pt x="419202" y="83795"/>
                  </a:cubicBezTo>
                  <a:lnTo>
                    <a:pt x="121132" y="902818"/>
                  </a:lnTo>
                  <a:cubicBezTo>
                    <a:pt x="111861" y="928218"/>
                    <a:pt x="87985" y="943839"/>
                    <a:pt x="62458" y="943839"/>
                  </a:cubicBezTo>
                  <a:close/>
                </a:path>
              </a:pathLst>
            </a:custGeom>
            <a:solidFill>
              <a:srgbClr val="E3DBCD"/>
            </a:solidFill>
          </p:spPr>
        </p:sp>
      </p:grpSp>
      <p:sp>
        <p:nvSpPr>
          <p:cNvPr name="Freeform 10" id="10"/>
          <p:cNvSpPr/>
          <p:nvPr/>
        </p:nvSpPr>
        <p:spPr>
          <a:xfrm flipH="false" flipV="false" rot="0">
            <a:off x="7859192" y="4023712"/>
            <a:ext cx="2155231" cy="2173453"/>
          </a:xfrm>
          <a:custGeom>
            <a:avLst/>
            <a:gdLst/>
            <a:ahLst/>
            <a:cxnLst/>
            <a:rect r="r" b="b" t="t" l="l"/>
            <a:pathLst>
              <a:path h="2173453" w="2155231">
                <a:moveTo>
                  <a:pt x="0" y="0"/>
                </a:moveTo>
                <a:lnTo>
                  <a:pt x="2155231" y="0"/>
                </a:lnTo>
                <a:lnTo>
                  <a:pt x="2155231" y="2173453"/>
                </a:lnTo>
                <a:lnTo>
                  <a:pt x="0" y="21734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13096685" y="3740391"/>
            <a:ext cx="1963093" cy="2640320"/>
            <a:chOff x="0" y="0"/>
            <a:chExt cx="1963090" cy="264031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584962" y="1708147"/>
              <a:ext cx="792987" cy="795145"/>
            </a:xfrm>
            <a:custGeom>
              <a:avLst/>
              <a:gdLst/>
              <a:ahLst/>
              <a:cxnLst/>
              <a:rect r="r" b="b" t="t" l="l"/>
              <a:pathLst>
                <a:path h="795145" w="792987">
                  <a:moveTo>
                    <a:pt x="792987" y="56261"/>
                  </a:moveTo>
                  <a:cubicBezTo>
                    <a:pt x="792479" y="64643"/>
                    <a:pt x="791463" y="73025"/>
                    <a:pt x="790828" y="82042"/>
                  </a:cubicBezTo>
                  <a:cubicBezTo>
                    <a:pt x="789812" y="95250"/>
                    <a:pt x="788161" y="107823"/>
                    <a:pt x="787145" y="122047"/>
                  </a:cubicBezTo>
                  <a:cubicBezTo>
                    <a:pt x="785621" y="136270"/>
                    <a:pt x="783462" y="151510"/>
                    <a:pt x="781938" y="166750"/>
                  </a:cubicBezTo>
                  <a:cubicBezTo>
                    <a:pt x="780414" y="181482"/>
                    <a:pt x="778255" y="196214"/>
                    <a:pt x="776096" y="211454"/>
                  </a:cubicBezTo>
                  <a:cubicBezTo>
                    <a:pt x="773937" y="227710"/>
                    <a:pt x="770889" y="245617"/>
                    <a:pt x="768222" y="262508"/>
                  </a:cubicBezTo>
                  <a:cubicBezTo>
                    <a:pt x="765555" y="278256"/>
                    <a:pt x="763523" y="294004"/>
                    <a:pt x="760348" y="310387"/>
                  </a:cubicBezTo>
                  <a:cubicBezTo>
                    <a:pt x="757173" y="328802"/>
                    <a:pt x="752982" y="348233"/>
                    <a:pt x="749299" y="367156"/>
                  </a:cubicBezTo>
                  <a:cubicBezTo>
                    <a:pt x="746124" y="383412"/>
                    <a:pt x="742949" y="399795"/>
                    <a:pt x="739266" y="416559"/>
                  </a:cubicBezTo>
                  <a:cubicBezTo>
                    <a:pt x="734567" y="437006"/>
                    <a:pt x="729233" y="457580"/>
                    <a:pt x="724026" y="478662"/>
                  </a:cubicBezTo>
                  <a:cubicBezTo>
                    <a:pt x="719835" y="494918"/>
                    <a:pt x="716152" y="511301"/>
                    <a:pt x="711453" y="528065"/>
                  </a:cubicBezTo>
                  <a:cubicBezTo>
                    <a:pt x="705103" y="550163"/>
                    <a:pt x="697737" y="572769"/>
                    <a:pt x="691006" y="594867"/>
                  </a:cubicBezTo>
                  <a:cubicBezTo>
                    <a:pt x="686307" y="610615"/>
                    <a:pt x="681481" y="625855"/>
                    <a:pt x="676274" y="641095"/>
                  </a:cubicBezTo>
                  <a:cubicBezTo>
                    <a:pt x="667892" y="666367"/>
                    <a:pt x="657859" y="691005"/>
                    <a:pt x="647826" y="715771"/>
                  </a:cubicBezTo>
                  <a:cubicBezTo>
                    <a:pt x="642619" y="728978"/>
                    <a:pt x="638301" y="741552"/>
                    <a:pt x="633094" y="754633"/>
                  </a:cubicBezTo>
                  <a:cubicBezTo>
                    <a:pt x="627252" y="768348"/>
                    <a:pt x="620521" y="780921"/>
                    <a:pt x="614171" y="794129"/>
                  </a:cubicBezTo>
                  <a:lnTo>
                    <a:pt x="493775" y="386079"/>
                  </a:lnTo>
                  <a:cubicBezTo>
                    <a:pt x="533780" y="355599"/>
                    <a:pt x="557910" y="308228"/>
                    <a:pt x="557910" y="257809"/>
                  </a:cubicBezTo>
                  <a:cubicBezTo>
                    <a:pt x="557910" y="168401"/>
                    <a:pt x="485393" y="95885"/>
                    <a:pt x="395985" y="95885"/>
                  </a:cubicBezTo>
                  <a:cubicBezTo>
                    <a:pt x="306577" y="95885"/>
                    <a:pt x="234060" y="168401"/>
                    <a:pt x="234060" y="257809"/>
                  </a:cubicBezTo>
                  <a:cubicBezTo>
                    <a:pt x="234060" y="308863"/>
                    <a:pt x="258191" y="356107"/>
                    <a:pt x="298195" y="386079"/>
                  </a:cubicBezTo>
                  <a:lnTo>
                    <a:pt x="178816" y="795145"/>
                  </a:lnTo>
                  <a:cubicBezTo>
                    <a:pt x="172466" y="781937"/>
                    <a:pt x="165608" y="768856"/>
                    <a:pt x="159893" y="755648"/>
                  </a:cubicBezTo>
                  <a:cubicBezTo>
                    <a:pt x="154686" y="743075"/>
                    <a:pt x="149860" y="729867"/>
                    <a:pt x="145161" y="716786"/>
                  </a:cubicBezTo>
                  <a:cubicBezTo>
                    <a:pt x="135128" y="692021"/>
                    <a:pt x="125222" y="667383"/>
                    <a:pt x="116713" y="642111"/>
                  </a:cubicBezTo>
                  <a:cubicBezTo>
                    <a:pt x="111506" y="626871"/>
                    <a:pt x="107188" y="611123"/>
                    <a:pt x="101981" y="595883"/>
                  </a:cubicBezTo>
                  <a:cubicBezTo>
                    <a:pt x="95123" y="573277"/>
                    <a:pt x="87757" y="551179"/>
                    <a:pt x="81534" y="529081"/>
                  </a:cubicBezTo>
                  <a:cubicBezTo>
                    <a:pt x="76835" y="512317"/>
                    <a:pt x="73152" y="495934"/>
                    <a:pt x="68961" y="479678"/>
                  </a:cubicBezTo>
                  <a:cubicBezTo>
                    <a:pt x="63754" y="459231"/>
                    <a:pt x="58420" y="438149"/>
                    <a:pt x="53721" y="417575"/>
                  </a:cubicBezTo>
                  <a:cubicBezTo>
                    <a:pt x="50038" y="400811"/>
                    <a:pt x="46863" y="384428"/>
                    <a:pt x="43688" y="368172"/>
                  </a:cubicBezTo>
                  <a:cubicBezTo>
                    <a:pt x="40005" y="349249"/>
                    <a:pt x="35814" y="329818"/>
                    <a:pt x="32639" y="311403"/>
                  </a:cubicBezTo>
                  <a:cubicBezTo>
                    <a:pt x="29464" y="295147"/>
                    <a:pt x="27432" y="279272"/>
                    <a:pt x="24765" y="263524"/>
                  </a:cubicBezTo>
                  <a:cubicBezTo>
                    <a:pt x="22098" y="246125"/>
                    <a:pt x="18923" y="228853"/>
                    <a:pt x="16891" y="212470"/>
                  </a:cubicBezTo>
                  <a:cubicBezTo>
                    <a:pt x="14732" y="196722"/>
                    <a:pt x="13208" y="182498"/>
                    <a:pt x="11049" y="167766"/>
                  </a:cubicBezTo>
                  <a:cubicBezTo>
                    <a:pt x="8890" y="152526"/>
                    <a:pt x="7366" y="137286"/>
                    <a:pt x="5842" y="123063"/>
                  </a:cubicBezTo>
                  <a:cubicBezTo>
                    <a:pt x="4318" y="108839"/>
                    <a:pt x="3175" y="96266"/>
                    <a:pt x="2159" y="83058"/>
                  </a:cubicBezTo>
                  <a:cubicBezTo>
                    <a:pt x="1143" y="74168"/>
                    <a:pt x="635" y="65151"/>
                    <a:pt x="0" y="57277"/>
                  </a:cubicBezTo>
                  <a:cubicBezTo>
                    <a:pt x="63119" y="30988"/>
                    <a:pt x="131445" y="12065"/>
                    <a:pt x="204597" y="0"/>
                  </a:cubicBezTo>
                  <a:cubicBezTo>
                    <a:pt x="266065" y="17907"/>
                    <a:pt x="330834" y="27305"/>
                    <a:pt x="397509" y="27305"/>
                  </a:cubicBezTo>
                  <a:cubicBezTo>
                    <a:pt x="464184" y="27305"/>
                    <a:pt x="528446" y="17780"/>
                    <a:pt x="589406" y="0"/>
                  </a:cubicBezTo>
                  <a:cubicBezTo>
                    <a:pt x="661923" y="11557"/>
                    <a:pt x="730376" y="29972"/>
                    <a:pt x="792860" y="56261"/>
                  </a:cubicBezTo>
                  <a:close/>
                </a:path>
              </a:pathLst>
            </a:custGeom>
            <a:solidFill>
              <a:srgbClr val="E3DBCD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386898" y="635507"/>
              <a:ext cx="1191953" cy="1038477"/>
            </a:xfrm>
            <a:custGeom>
              <a:avLst/>
              <a:gdLst/>
              <a:ahLst/>
              <a:cxnLst/>
              <a:rect r="r" b="b" t="t" l="l"/>
              <a:pathLst>
                <a:path h="1038477" w="1191953">
                  <a:moveTo>
                    <a:pt x="1190949" y="631570"/>
                  </a:moveTo>
                  <a:cubicBezTo>
                    <a:pt x="1097858" y="869694"/>
                    <a:pt x="866591" y="1038477"/>
                    <a:pt x="596208" y="1038477"/>
                  </a:cubicBezTo>
                  <a:cubicBezTo>
                    <a:pt x="329128" y="1038477"/>
                    <a:pt x="99893" y="873377"/>
                    <a:pt x="4643" y="639952"/>
                  </a:cubicBezTo>
                  <a:cubicBezTo>
                    <a:pt x="-11105" y="395477"/>
                    <a:pt x="13025" y="119380"/>
                    <a:pt x="79827" y="95758"/>
                  </a:cubicBezTo>
                  <a:cubicBezTo>
                    <a:pt x="109291" y="85217"/>
                    <a:pt x="215971" y="83693"/>
                    <a:pt x="329635" y="82550"/>
                  </a:cubicBezTo>
                  <a:cubicBezTo>
                    <a:pt x="569919" y="79375"/>
                    <a:pt x="887546" y="75692"/>
                    <a:pt x="1089476" y="0"/>
                  </a:cubicBezTo>
                  <a:cubicBezTo>
                    <a:pt x="1097350" y="10033"/>
                    <a:pt x="1105224" y="19939"/>
                    <a:pt x="1113098" y="30480"/>
                  </a:cubicBezTo>
                  <a:cubicBezTo>
                    <a:pt x="1186123" y="203961"/>
                    <a:pt x="1195648" y="496823"/>
                    <a:pt x="1190949" y="631443"/>
                  </a:cubicBezTo>
                  <a:close/>
                </a:path>
              </a:pathLst>
            </a:custGeom>
            <a:solidFill>
              <a:srgbClr val="E3DBCD"/>
            </a:solid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236709" y="63500"/>
              <a:ext cx="1514372" cy="1095246"/>
            </a:xfrm>
            <a:custGeom>
              <a:avLst/>
              <a:gdLst/>
              <a:ahLst/>
              <a:cxnLst/>
              <a:rect r="r" b="b" t="t" l="l"/>
              <a:pathLst>
                <a:path h="1095246" w="1514372">
                  <a:moveTo>
                    <a:pt x="1402098" y="1095246"/>
                  </a:moveTo>
                  <a:cubicBezTo>
                    <a:pt x="1399431" y="948561"/>
                    <a:pt x="1381651" y="699896"/>
                    <a:pt x="1300625" y="544194"/>
                  </a:cubicBezTo>
                  <a:cubicBezTo>
                    <a:pt x="1355362" y="515238"/>
                    <a:pt x="1395748" y="477900"/>
                    <a:pt x="1416830" y="431164"/>
                  </a:cubicBezTo>
                  <a:cubicBezTo>
                    <a:pt x="1425212" y="433323"/>
                    <a:pt x="1433594" y="435863"/>
                    <a:pt x="1440960" y="439546"/>
                  </a:cubicBezTo>
                  <a:cubicBezTo>
                    <a:pt x="1475631" y="456310"/>
                    <a:pt x="1497221" y="490600"/>
                    <a:pt x="1505603" y="543178"/>
                  </a:cubicBezTo>
                  <a:cubicBezTo>
                    <a:pt x="1533416" y="709802"/>
                    <a:pt x="1494046" y="913382"/>
                    <a:pt x="1401971" y="1095246"/>
                  </a:cubicBezTo>
                  <a:close/>
                  <a:moveTo>
                    <a:pt x="1109744" y="67310"/>
                  </a:moveTo>
                  <a:cubicBezTo>
                    <a:pt x="1005604" y="24130"/>
                    <a:pt x="882541" y="0"/>
                    <a:pt x="756938" y="0"/>
                  </a:cubicBezTo>
                  <a:cubicBezTo>
                    <a:pt x="555009" y="0"/>
                    <a:pt x="346221" y="62611"/>
                    <a:pt x="196996" y="211835"/>
                  </a:cubicBezTo>
                  <a:cubicBezTo>
                    <a:pt x="-70085" y="478408"/>
                    <a:pt x="-22841" y="772286"/>
                    <a:pt x="89173" y="1058924"/>
                  </a:cubicBezTo>
                  <a:cubicBezTo>
                    <a:pt x="89173" y="886458"/>
                    <a:pt x="108096" y="646683"/>
                    <a:pt x="209061" y="610361"/>
                  </a:cubicBezTo>
                  <a:cubicBezTo>
                    <a:pt x="246399" y="597153"/>
                    <a:pt x="331108" y="595121"/>
                    <a:pt x="478301" y="593597"/>
                  </a:cubicBezTo>
                  <a:cubicBezTo>
                    <a:pt x="791101" y="589914"/>
                    <a:pt x="1373269" y="582548"/>
                    <a:pt x="1373269" y="354329"/>
                  </a:cubicBezTo>
                  <a:cubicBezTo>
                    <a:pt x="1373777" y="242823"/>
                    <a:pt x="1274971" y="135636"/>
                    <a:pt x="1109871" y="67183"/>
                  </a:cubicBezTo>
                  <a:close/>
                </a:path>
              </a:pathLst>
            </a:custGeom>
            <a:solidFill>
              <a:srgbClr val="E3DBCD"/>
            </a:solid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1231518" y="1792348"/>
              <a:ext cx="667766" cy="784097"/>
            </a:xfrm>
            <a:custGeom>
              <a:avLst/>
              <a:gdLst/>
              <a:ahLst/>
              <a:cxnLst/>
              <a:rect r="r" b="b" t="t" l="l"/>
              <a:pathLst>
                <a:path h="784097" w="667766">
                  <a:moveTo>
                    <a:pt x="205359" y="0"/>
                  </a:moveTo>
                  <a:cubicBezTo>
                    <a:pt x="204851" y="5207"/>
                    <a:pt x="204343" y="12065"/>
                    <a:pt x="203200" y="17399"/>
                  </a:cubicBezTo>
                  <a:cubicBezTo>
                    <a:pt x="202184" y="28956"/>
                    <a:pt x="200533" y="41021"/>
                    <a:pt x="199517" y="53721"/>
                  </a:cubicBezTo>
                  <a:cubicBezTo>
                    <a:pt x="197993" y="69469"/>
                    <a:pt x="195834" y="85852"/>
                    <a:pt x="193675" y="103124"/>
                  </a:cubicBezTo>
                  <a:cubicBezTo>
                    <a:pt x="192151" y="117348"/>
                    <a:pt x="189992" y="130937"/>
                    <a:pt x="187833" y="145669"/>
                  </a:cubicBezTo>
                  <a:cubicBezTo>
                    <a:pt x="185166" y="163575"/>
                    <a:pt x="182626" y="181482"/>
                    <a:pt x="179451" y="200405"/>
                  </a:cubicBezTo>
                  <a:cubicBezTo>
                    <a:pt x="176784" y="215645"/>
                    <a:pt x="174244" y="230885"/>
                    <a:pt x="171577" y="247141"/>
                  </a:cubicBezTo>
                  <a:cubicBezTo>
                    <a:pt x="167894" y="266572"/>
                    <a:pt x="164211" y="286003"/>
                    <a:pt x="160020" y="306069"/>
                  </a:cubicBezTo>
                  <a:cubicBezTo>
                    <a:pt x="156337" y="322325"/>
                    <a:pt x="153162" y="338708"/>
                    <a:pt x="149479" y="355472"/>
                  </a:cubicBezTo>
                  <a:cubicBezTo>
                    <a:pt x="144780" y="376554"/>
                    <a:pt x="139446" y="397509"/>
                    <a:pt x="133731" y="418591"/>
                  </a:cubicBezTo>
                  <a:cubicBezTo>
                    <a:pt x="129540" y="434847"/>
                    <a:pt x="125349" y="451230"/>
                    <a:pt x="120523" y="467994"/>
                  </a:cubicBezTo>
                  <a:cubicBezTo>
                    <a:pt x="114173" y="490600"/>
                    <a:pt x="106807" y="512698"/>
                    <a:pt x="99441" y="535812"/>
                  </a:cubicBezTo>
                  <a:cubicBezTo>
                    <a:pt x="94234" y="551560"/>
                    <a:pt x="89916" y="567308"/>
                    <a:pt x="84201" y="583183"/>
                  </a:cubicBezTo>
                  <a:cubicBezTo>
                    <a:pt x="75311" y="608456"/>
                    <a:pt x="65278" y="633602"/>
                    <a:pt x="55245" y="658367"/>
                  </a:cubicBezTo>
                  <a:cubicBezTo>
                    <a:pt x="50038" y="671575"/>
                    <a:pt x="45212" y="684655"/>
                    <a:pt x="40005" y="697863"/>
                  </a:cubicBezTo>
                  <a:cubicBezTo>
                    <a:pt x="27432" y="726819"/>
                    <a:pt x="14224" y="755648"/>
                    <a:pt x="0" y="784096"/>
                  </a:cubicBezTo>
                  <a:lnTo>
                    <a:pt x="667766" y="784096"/>
                  </a:lnTo>
                  <a:cubicBezTo>
                    <a:pt x="661924" y="700530"/>
                    <a:pt x="612013" y="212089"/>
                    <a:pt x="205105" y="127"/>
                  </a:cubicBezTo>
                  <a:close/>
                </a:path>
              </a:pathLst>
            </a:custGeom>
            <a:solidFill>
              <a:srgbClr val="E3DBCD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806450" y="1863849"/>
              <a:ext cx="350139" cy="712469"/>
            </a:xfrm>
            <a:custGeom>
              <a:avLst/>
              <a:gdLst/>
              <a:ahLst/>
              <a:cxnLst/>
              <a:rect r="r" b="b" t="t" l="l"/>
              <a:pathLst>
                <a:path h="712469" w="350139">
                  <a:moveTo>
                    <a:pt x="208279" y="225551"/>
                  </a:moveTo>
                  <a:cubicBezTo>
                    <a:pt x="204088" y="211835"/>
                    <a:pt x="210438" y="197103"/>
                    <a:pt x="223011" y="190372"/>
                  </a:cubicBezTo>
                  <a:cubicBezTo>
                    <a:pt x="256158" y="172465"/>
                    <a:pt x="276605" y="138302"/>
                    <a:pt x="276605" y="101472"/>
                  </a:cubicBezTo>
                  <a:cubicBezTo>
                    <a:pt x="276605" y="45720"/>
                    <a:pt x="231393" y="0"/>
                    <a:pt x="175132" y="0"/>
                  </a:cubicBezTo>
                  <a:cubicBezTo>
                    <a:pt x="119379" y="0"/>
                    <a:pt x="73659" y="45720"/>
                    <a:pt x="73659" y="101472"/>
                  </a:cubicBezTo>
                  <a:cubicBezTo>
                    <a:pt x="73659" y="138302"/>
                    <a:pt x="94106" y="172465"/>
                    <a:pt x="127253" y="190372"/>
                  </a:cubicBezTo>
                  <a:cubicBezTo>
                    <a:pt x="139826" y="197230"/>
                    <a:pt x="146176" y="211962"/>
                    <a:pt x="141985" y="225551"/>
                  </a:cubicBezTo>
                  <a:lnTo>
                    <a:pt x="0" y="712468"/>
                  </a:lnTo>
                  <a:lnTo>
                    <a:pt x="350138" y="712468"/>
                  </a:lnTo>
                  <a:lnTo>
                    <a:pt x="208279" y="225551"/>
                  </a:lnTo>
                  <a:close/>
                </a:path>
              </a:pathLst>
            </a:custGeom>
            <a:solidFill>
              <a:srgbClr val="E3DBCD"/>
            </a:solid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63500" y="1792221"/>
              <a:ext cx="667766" cy="784604"/>
            </a:xfrm>
            <a:custGeom>
              <a:avLst/>
              <a:gdLst/>
              <a:ahLst/>
              <a:cxnLst/>
              <a:rect r="r" b="b" t="t" l="l"/>
              <a:pathLst>
                <a:path h="784604" w="667766">
                  <a:moveTo>
                    <a:pt x="462661" y="127"/>
                  </a:moveTo>
                  <a:cubicBezTo>
                    <a:pt x="55245" y="211962"/>
                    <a:pt x="5207" y="700911"/>
                    <a:pt x="0" y="784604"/>
                  </a:cubicBezTo>
                  <a:lnTo>
                    <a:pt x="667766" y="784604"/>
                  </a:lnTo>
                  <a:cubicBezTo>
                    <a:pt x="653542" y="755648"/>
                    <a:pt x="640461" y="727327"/>
                    <a:pt x="627761" y="697863"/>
                  </a:cubicBezTo>
                  <a:cubicBezTo>
                    <a:pt x="621919" y="684655"/>
                    <a:pt x="617728" y="671575"/>
                    <a:pt x="612521" y="658366"/>
                  </a:cubicBezTo>
                  <a:cubicBezTo>
                    <a:pt x="602488" y="633094"/>
                    <a:pt x="592582" y="608456"/>
                    <a:pt x="583565" y="583182"/>
                  </a:cubicBezTo>
                  <a:cubicBezTo>
                    <a:pt x="578358" y="567435"/>
                    <a:pt x="573532" y="551687"/>
                    <a:pt x="568325" y="535812"/>
                  </a:cubicBezTo>
                  <a:cubicBezTo>
                    <a:pt x="560959" y="513206"/>
                    <a:pt x="553593" y="490600"/>
                    <a:pt x="547243" y="467994"/>
                  </a:cubicBezTo>
                  <a:cubicBezTo>
                    <a:pt x="542544" y="451230"/>
                    <a:pt x="538353" y="434847"/>
                    <a:pt x="534035" y="418591"/>
                  </a:cubicBezTo>
                  <a:cubicBezTo>
                    <a:pt x="528828" y="397509"/>
                    <a:pt x="522986" y="376046"/>
                    <a:pt x="518287" y="355472"/>
                  </a:cubicBezTo>
                  <a:cubicBezTo>
                    <a:pt x="514604" y="338708"/>
                    <a:pt x="510921" y="322325"/>
                    <a:pt x="507746" y="306069"/>
                  </a:cubicBezTo>
                  <a:cubicBezTo>
                    <a:pt x="503555" y="286130"/>
                    <a:pt x="499872" y="266572"/>
                    <a:pt x="496189" y="247141"/>
                  </a:cubicBezTo>
                  <a:cubicBezTo>
                    <a:pt x="493014" y="231393"/>
                    <a:pt x="490982" y="215645"/>
                    <a:pt x="488315" y="200405"/>
                  </a:cubicBezTo>
                  <a:cubicBezTo>
                    <a:pt x="485140" y="181990"/>
                    <a:pt x="482473" y="163575"/>
                    <a:pt x="479933" y="145668"/>
                  </a:cubicBezTo>
                  <a:cubicBezTo>
                    <a:pt x="477774" y="130936"/>
                    <a:pt x="475742" y="116712"/>
                    <a:pt x="474091" y="103123"/>
                  </a:cubicBezTo>
                  <a:cubicBezTo>
                    <a:pt x="471932" y="85724"/>
                    <a:pt x="469900" y="69468"/>
                    <a:pt x="468249" y="53720"/>
                  </a:cubicBezTo>
                  <a:cubicBezTo>
                    <a:pt x="466725" y="41148"/>
                    <a:pt x="465582" y="28956"/>
                    <a:pt x="464566" y="17399"/>
                  </a:cubicBezTo>
                  <a:cubicBezTo>
                    <a:pt x="464058" y="11557"/>
                    <a:pt x="463042" y="5334"/>
                    <a:pt x="462407" y="0"/>
                  </a:cubicBezTo>
                  <a:close/>
                </a:path>
              </a:pathLst>
            </a:custGeom>
            <a:solidFill>
              <a:srgbClr val="E3DBCD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6253098" y="0"/>
            <a:ext cx="2034902" cy="7137235"/>
            <a:chOff x="0" y="0"/>
            <a:chExt cx="2713203" cy="9516313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713228" cy="9516364"/>
            </a:xfrm>
            <a:custGeom>
              <a:avLst/>
              <a:gdLst/>
              <a:ahLst/>
              <a:cxnLst/>
              <a:rect r="r" b="b" t="t" l="l"/>
              <a:pathLst>
                <a:path h="9516364" w="2713228">
                  <a:moveTo>
                    <a:pt x="0" y="0"/>
                  </a:moveTo>
                  <a:lnTo>
                    <a:pt x="2713228" y="0"/>
                  </a:lnTo>
                  <a:lnTo>
                    <a:pt x="2713228" y="9516364"/>
                  </a:lnTo>
                  <a:lnTo>
                    <a:pt x="0" y="95163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20776" r="-346545" b="0"/>
              </a:stretch>
            </a:blip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5962936" y="8073380"/>
            <a:ext cx="12325064" cy="2213620"/>
            <a:chOff x="0" y="0"/>
            <a:chExt cx="16433419" cy="2951493"/>
          </a:xfrm>
        </p:grpSpPr>
        <p:sp>
          <p:nvSpPr>
            <p:cNvPr name="Freeform 21" id="21"/>
            <p:cNvSpPr/>
            <p:nvPr/>
          </p:nvSpPr>
          <p:spPr>
            <a:xfrm flipH="true" flipV="false" rot="0">
              <a:off x="0" y="0"/>
              <a:ext cx="16433419" cy="2951480"/>
            </a:xfrm>
            <a:custGeom>
              <a:avLst/>
              <a:gdLst/>
              <a:ahLst/>
              <a:cxnLst/>
              <a:rect r="r" b="b" t="t" l="l"/>
              <a:pathLst>
                <a:path h="2951480" w="16433419">
                  <a:moveTo>
                    <a:pt x="16433419" y="0"/>
                  </a:moveTo>
                  <a:lnTo>
                    <a:pt x="0" y="0"/>
                  </a:lnTo>
                  <a:lnTo>
                    <a:pt x="0" y="2951480"/>
                  </a:lnTo>
                  <a:lnTo>
                    <a:pt x="16433419" y="2951480"/>
                  </a:lnTo>
                  <a:lnTo>
                    <a:pt x="16433419" y="0"/>
                  </a:lnTo>
                  <a:close/>
                </a:path>
              </a:pathLst>
            </a:custGeom>
            <a:blipFill>
              <a:blip r:embed="rId5"/>
              <a:stretch>
                <a:fillRect l="0" t="0" r="-31687" b="-50602"/>
              </a:stretch>
            </a:blip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0" y="7755446"/>
            <a:ext cx="10373192" cy="2531554"/>
            <a:chOff x="0" y="0"/>
            <a:chExt cx="13830922" cy="3375406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3830936" cy="3375406"/>
            </a:xfrm>
            <a:custGeom>
              <a:avLst/>
              <a:gdLst/>
              <a:ahLst/>
              <a:cxnLst/>
              <a:rect r="r" b="b" t="t" l="l"/>
              <a:pathLst>
                <a:path h="3375406" w="13830936">
                  <a:moveTo>
                    <a:pt x="0" y="0"/>
                  </a:moveTo>
                  <a:lnTo>
                    <a:pt x="13830936" y="0"/>
                  </a:lnTo>
                  <a:lnTo>
                    <a:pt x="13830936" y="3375406"/>
                  </a:lnTo>
                  <a:lnTo>
                    <a:pt x="0" y="337540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56466" t="0" r="0" b="-31687"/>
              </a:stretch>
            </a:blip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2627405" y="4081624"/>
            <a:ext cx="2333787" cy="2123742"/>
            <a:chOff x="0" y="0"/>
            <a:chExt cx="2333790" cy="2123745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2333752" cy="2123694"/>
            </a:xfrm>
            <a:custGeom>
              <a:avLst/>
              <a:gdLst/>
              <a:ahLst/>
              <a:cxnLst/>
              <a:rect r="r" b="b" t="t" l="l"/>
              <a:pathLst>
                <a:path h="2123694" w="2333752">
                  <a:moveTo>
                    <a:pt x="0" y="2123694"/>
                  </a:moveTo>
                  <a:lnTo>
                    <a:pt x="2333752" y="2123694"/>
                  </a:lnTo>
                  <a:lnTo>
                    <a:pt x="233375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7922695" y="4081624"/>
            <a:ext cx="2028282" cy="2059162"/>
            <a:chOff x="0" y="0"/>
            <a:chExt cx="2028279" cy="2059165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2028317" cy="2059178"/>
            </a:xfrm>
            <a:custGeom>
              <a:avLst/>
              <a:gdLst/>
              <a:ahLst/>
              <a:cxnLst/>
              <a:rect r="r" b="b" t="t" l="l"/>
              <a:pathLst>
                <a:path h="2059178" w="2028317">
                  <a:moveTo>
                    <a:pt x="0" y="2059178"/>
                  </a:moveTo>
                  <a:lnTo>
                    <a:pt x="2028317" y="2059178"/>
                  </a:lnTo>
                  <a:lnTo>
                    <a:pt x="202831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13160188" y="3802961"/>
            <a:ext cx="1836106" cy="2515210"/>
            <a:chOff x="0" y="0"/>
            <a:chExt cx="1836102" cy="251521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836040" cy="2515235"/>
            </a:xfrm>
            <a:custGeom>
              <a:avLst/>
              <a:gdLst/>
              <a:ahLst/>
              <a:cxnLst/>
              <a:rect r="r" b="b" t="t" l="l"/>
              <a:pathLst>
                <a:path h="2515235" w="1836040">
                  <a:moveTo>
                    <a:pt x="0" y="2515235"/>
                  </a:moveTo>
                  <a:lnTo>
                    <a:pt x="1836040" y="2515235"/>
                  </a:lnTo>
                  <a:lnTo>
                    <a:pt x="183604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sp>
        <p:nvSpPr>
          <p:cNvPr name="TextBox 30" id="30"/>
          <p:cNvSpPr txBox="true"/>
          <p:nvPr/>
        </p:nvSpPr>
        <p:spPr>
          <a:xfrm rot="0">
            <a:off x="976303" y="1243136"/>
            <a:ext cx="15697648" cy="19025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698"/>
              </a:lnSpc>
            </a:pPr>
            <a:r>
              <a:rPr lang="en-US" sz="9784">
                <a:solidFill>
                  <a:srgbClr val="E3DBCD"/>
                </a:solidFill>
                <a:latin typeface="Bahir"/>
                <a:ea typeface="Bahir"/>
                <a:cs typeface="Bahir"/>
                <a:sym typeface="Bahir"/>
              </a:rPr>
              <a:t>SOSTENIBILIDAD EN EL DESARROLLO DE SOFTWARE DAM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956092" y="6053442"/>
            <a:ext cx="3712559" cy="20954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014"/>
              </a:lnSpc>
            </a:pPr>
            <a:r>
              <a:rPr lang="en-US" sz="10724">
                <a:solidFill>
                  <a:srgbClr val="E3DBCD"/>
                </a:solidFill>
                <a:latin typeface="Bahir"/>
                <a:ea typeface="Bahir"/>
                <a:cs typeface="Bahir"/>
                <a:sym typeface="Bahir"/>
              </a:rPr>
              <a:t> AMBIENTAL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7727337" y="6053442"/>
            <a:ext cx="2351808" cy="20954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014"/>
              </a:lnSpc>
            </a:pPr>
            <a:r>
              <a:rPr lang="en-US" sz="10724">
                <a:solidFill>
                  <a:srgbClr val="E3DBCD"/>
                </a:solidFill>
                <a:latin typeface="Bahir"/>
                <a:ea typeface="Bahir"/>
                <a:cs typeface="Bahir"/>
                <a:sym typeface="Bahir"/>
              </a:rPr>
              <a:t> SOCIAL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2193629" y="6053442"/>
            <a:ext cx="4055126" cy="20954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014"/>
              </a:lnSpc>
            </a:pPr>
            <a:r>
              <a:rPr lang="en-US" sz="10724">
                <a:solidFill>
                  <a:srgbClr val="E3DBCD"/>
                </a:solidFill>
                <a:latin typeface="Bahir"/>
                <a:ea typeface="Bahir"/>
                <a:cs typeface="Bahir"/>
                <a:sym typeface="Bahir"/>
              </a:rPr>
              <a:t>GOBERNANZA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E100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6454380">
            <a:off x="603275" y="6834197"/>
            <a:ext cx="2870540" cy="5185724"/>
            <a:chOff x="0" y="0"/>
            <a:chExt cx="3827386" cy="691429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827399" cy="6914261"/>
            </a:xfrm>
            <a:custGeom>
              <a:avLst/>
              <a:gdLst/>
              <a:ahLst/>
              <a:cxnLst/>
              <a:rect r="r" b="b" t="t" l="l"/>
              <a:pathLst>
                <a:path h="6914261" w="3827399">
                  <a:moveTo>
                    <a:pt x="0" y="6914261"/>
                  </a:moveTo>
                  <a:lnTo>
                    <a:pt x="3827399" y="5702173"/>
                  </a:lnTo>
                  <a:lnTo>
                    <a:pt x="2023618" y="6350"/>
                  </a:lnTo>
                  <a:lnTo>
                    <a:pt x="22098" y="0"/>
                  </a:lnTo>
                  <a:lnTo>
                    <a:pt x="0" y="6914261"/>
                  </a:lnTo>
                  <a:close/>
                </a:path>
              </a:pathLst>
            </a:custGeom>
            <a:blipFill>
              <a:blip r:embed="rId2"/>
              <a:stretch>
                <a:fillRect l="-46875" t="-82" r="-132114" b="-60943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4637458" y="0"/>
            <a:ext cx="3650542" cy="6778390"/>
            <a:chOff x="0" y="0"/>
            <a:chExt cx="4867389" cy="903785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867402" cy="9037828"/>
            </a:xfrm>
            <a:custGeom>
              <a:avLst/>
              <a:gdLst/>
              <a:ahLst/>
              <a:cxnLst/>
              <a:rect r="r" b="b" t="t" l="l"/>
              <a:pathLst>
                <a:path h="9037828" w="4867402">
                  <a:moveTo>
                    <a:pt x="0" y="0"/>
                  </a:moveTo>
                  <a:lnTo>
                    <a:pt x="4867402" y="0"/>
                  </a:lnTo>
                  <a:lnTo>
                    <a:pt x="4867402" y="9037828"/>
                  </a:lnTo>
                  <a:lnTo>
                    <a:pt x="0" y="90378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28850" r="-155701" b="-1692"/>
              </a:stretch>
            </a:blip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664816" y="3725370"/>
            <a:ext cx="4445889" cy="2851833"/>
          </a:xfrm>
          <a:custGeom>
            <a:avLst/>
            <a:gdLst/>
            <a:ahLst/>
            <a:cxnLst/>
            <a:rect r="r" b="b" t="t" l="l"/>
            <a:pathLst>
              <a:path h="2851833" w="4445889">
                <a:moveTo>
                  <a:pt x="0" y="0"/>
                </a:moveTo>
                <a:lnTo>
                  <a:pt x="4445889" y="0"/>
                </a:lnTo>
                <a:lnTo>
                  <a:pt x="4445889" y="2851833"/>
                </a:lnTo>
                <a:lnTo>
                  <a:pt x="0" y="285183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9351331" y="965197"/>
            <a:ext cx="2026387" cy="2026387"/>
            <a:chOff x="0" y="0"/>
            <a:chExt cx="2026387" cy="202638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63500" y="845566"/>
              <a:ext cx="186182" cy="74549"/>
            </a:xfrm>
            <a:custGeom>
              <a:avLst/>
              <a:gdLst/>
              <a:ahLst/>
              <a:cxnLst/>
              <a:rect r="r" b="b" t="t" l="l"/>
              <a:pathLst>
                <a:path h="74549" w="186182">
                  <a:moveTo>
                    <a:pt x="37211" y="0"/>
                  </a:moveTo>
                  <a:cubicBezTo>
                    <a:pt x="16764" y="0"/>
                    <a:pt x="127" y="16510"/>
                    <a:pt x="0" y="36957"/>
                  </a:cubicBezTo>
                  <a:lnTo>
                    <a:pt x="0" y="37592"/>
                  </a:lnTo>
                  <a:cubicBezTo>
                    <a:pt x="127" y="58039"/>
                    <a:pt x="16764" y="74549"/>
                    <a:pt x="37211" y="74549"/>
                  </a:cubicBezTo>
                  <a:lnTo>
                    <a:pt x="148971" y="74549"/>
                  </a:lnTo>
                  <a:cubicBezTo>
                    <a:pt x="169545" y="74549"/>
                    <a:pt x="186182" y="57912"/>
                    <a:pt x="186182" y="37338"/>
                  </a:cubicBezTo>
                  <a:cubicBezTo>
                    <a:pt x="186182" y="16764"/>
                    <a:pt x="169545" y="127"/>
                    <a:pt x="148971" y="127"/>
                  </a:cubicBezTo>
                  <a:close/>
                </a:path>
              </a:pathLst>
            </a:custGeom>
            <a:solidFill>
              <a:srgbClr val="E3DBCD"/>
            </a:solid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133445" y="622237"/>
              <a:ext cx="153606" cy="153464"/>
            </a:xfrm>
            <a:custGeom>
              <a:avLst/>
              <a:gdLst/>
              <a:ahLst/>
              <a:cxnLst/>
              <a:rect r="r" b="b" t="t" l="l"/>
              <a:pathLst>
                <a:path h="153464" w="153606">
                  <a:moveTo>
                    <a:pt x="63659" y="10858"/>
                  </a:moveTo>
                  <a:cubicBezTo>
                    <a:pt x="49054" y="-3620"/>
                    <a:pt x="25559" y="-3620"/>
                    <a:pt x="10954" y="10858"/>
                  </a:cubicBezTo>
                  <a:cubicBezTo>
                    <a:pt x="-3651" y="25336"/>
                    <a:pt x="-3651" y="48958"/>
                    <a:pt x="10954" y="63563"/>
                  </a:cubicBezTo>
                  <a:lnTo>
                    <a:pt x="89948" y="142557"/>
                  </a:lnTo>
                  <a:cubicBezTo>
                    <a:pt x="104553" y="157162"/>
                    <a:pt x="128048" y="157035"/>
                    <a:pt x="142653" y="142557"/>
                  </a:cubicBezTo>
                  <a:cubicBezTo>
                    <a:pt x="157258" y="128079"/>
                    <a:pt x="157258" y="104457"/>
                    <a:pt x="142653" y="89852"/>
                  </a:cubicBezTo>
                  <a:lnTo>
                    <a:pt x="63659" y="10858"/>
                  </a:lnTo>
                  <a:close/>
                </a:path>
              </a:pathLst>
            </a:custGeom>
            <a:solidFill>
              <a:srgbClr val="E3DBCD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133445" y="989933"/>
              <a:ext cx="153606" cy="153559"/>
            </a:xfrm>
            <a:custGeom>
              <a:avLst/>
              <a:gdLst/>
              <a:ahLst/>
              <a:cxnLst/>
              <a:rect r="r" b="b" t="t" l="l"/>
              <a:pathLst>
                <a:path h="153559" w="153606">
                  <a:moveTo>
                    <a:pt x="89948" y="10954"/>
                  </a:moveTo>
                  <a:lnTo>
                    <a:pt x="10954" y="89948"/>
                  </a:lnTo>
                  <a:cubicBezTo>
                    <a:pt x="-3651" y="104553"/>
                    <a:pt x="-3651" y="128048"/>
                    <a:pt x="10954" y="142653"/>
                  </a:cubicBezTo>
                  <a:cubicBezTo>
                    <a:pt x="25559" y="157258"/>
                    <a:pt x="49054" y="157131"/>
                    <a:pt x="63659" y="142653"/>
                  </a:cubicBezTo>
                  <a:lnTo>
                    <a:pt x="142653" y="63659"/>
                  </a:lnTo>
                  <a:cubicBezTo>
                    <a:pt x="157258" y="49054"/>
                    <a:pt x="157258" y="25559"/>
                    <a:pt x="142653" y="10954"/>
                  </a:cubicBezTo>
                  <a:cubicBezTo>
                    <a:pt x="128048" y="-3651"/>
                    <a:pt x="104553" y="-3651"/>
                    <a:pt x="89948" y="10954"/>
                  </a:cubicBezTo>
                  <a:close/>
                </a:path>
              </a:pathLst>
            </a:custGeom>
            <a:solidFill>
              <a:srgbClr val="E3DBCD"/>
            </a:solid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1776603" y="845566"/>
              <a:ext cx="182372" cy="74422"/>
            </a:xfrm>
            <a:custGeom>
              <a:avLst/>
              <a:gdLst/>
              <a:ahLst/>
              <a:cxnLst/>
              <a:rect r="r" b="b" t="t" l="l"/>
              <a:pathLst>
                <a:path h="74422" w="182372">
                  <a:moveTo>
                    <a:pt x="37211" y="0"/>
                  </a:moveTo>
                  <a:cubicBezTo>
                    <a:pt x="16637" y="0"/>
                    <a:pt x="0" y="16637"/>
                    <a:pt x="0" y="37211"/>
                  </a:cubicBezTo>
                  <a:cubicBezTo>
                    <a:pt x="0" y="57785"/>
                    <a:pt x="16637" y="74422"/>
                    <a:pt x="37211" y="74422"/>
                  </a:cubicBezTo>
                  <a:lnTo>
                    <a:pt x="148971" y="74422"/>
                  </a:lnTo>
                  <a:cubicBezTo>
                    <a:pt x="163575" y="74422"/>
                    <a:pt x="176275" y="66040"/>
                    <a:pt x="182372" y="53721"/>
                  </a:cubicBezTo>
                  <a:lnTo>
                    <a:pt x="182372" y="20701"/>
                  </a:lnTo>
                  <a:cubicBezTo>
                    <a:pt x="176275" y="8382"/>
                    <a:pt x="163575" y="0"/>
                    <a:pt x="148971" y="0"/>
                  </a:cubicBezTo>
                  <a:close/>
                </a:path>
              </a:pathLst>
            </a:custGeom>
            <a:solidFill>
              <a:srgbClr val="E3DBCD"/>
            </a:solid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1739360" y="622062"/>
              <a:ext cx="153606" cy="153511"/>
            </a:xfrm>
            <a:custGeom>
              <a:avLst/>
              <a:gdLst/>
              <a:ahLst/>
              <a:cxnLst/>
              <a:rect r="r" b="b" t="t" l="l"/>
              <a:pathLst>
                <a:path h="153511" w="153606">
                  <a:moveTo>
                    <a:pt x="10954" y="142605"/>
                  </a:moveTo>
                  <a:cubicBezTo>
                    <a:pt x="25558" y="157210"/>
                    <a:pt x="49054" y="157083"/>
                    <a:pt x="63658" y="142605"/>
                  </a:cubicBezTo>
                  <a:lnTo>
                    <a:pt x="142652" y="63611"/>
                  </a:lnTo>
                  <a:cubicBezTo>
                    <a:pt x="157258" y="49006"/>
                    <a:pt x="157258" y="25511"/>
                    <a:pt x="142652" y="10906"/>
                  </a:cubicBezTo>
                  <a:cubicBezTo>
                    <a:pt x="128048" y="-3699"/>
                    <a:pt x="104552" y="-3572"/>
                    <a:pt x="89948" y="10906"/>
                  </a:cubicBezTo>
                  <a:lnTo>
                    <a:pt x="10954" y="89900"/>
                  </a:lnTo>
                  <a:cubicBezTo>
                    <a:pt x="-3651" y="104505"/>
                    <a:pt x="-3651" y="128000"/>
                    <a:pt x="10954" y="142605"/>
                  </a:cubicBezTo>
                  <a:close/>
                </a:path>
              </a:pathLst>
            </a:custGeom>
            <a:solidFill>
              <a:srgbClr val="E3DBCD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1739360" y="990029"/>
              <a:ext cx="153606" cy="153464"/>
            </a:xfrm>
            <a:custGeom>
              <a:avLst/>
              <a:gdLst/>
              <a:ahLst/>
              <a:cxnLst/>
              <a:rect r="r" b="b" t="t" l="l"/>
              <a:pathLst>
                <a:path h="153464" w="153606">
                  <a:moveTo>
                    <a:pt x="63658" y="10858"/>
                  </a:moveTo>
                  <a:cubicBezTo>
                    <a:pt x="49054" y="-3620"/>
                    <a:pt x="25558" y="-3620"/>
                    <a:pt x="10954" y="10858"/>
                  </a:cubicBezTo>
                  <a:cubicBezTo>
                    <a:pt x="-3651" y="25336"/>
                    <a:pt x="-3651" y="48958"/>
                    <a:pt x="10954" y="63563"/>
                  </a:cubicBezTo>
                  <a:lnTo>
                    <a:pt x="89948" y="142557"/>
                  </a:lnTo>
                  <a:cubicBezTo>
                    <a:pt x="104552" y="157162"/>
                    <a:pt x="128048" y="157035"/>
                    <a:pt x="142652" y="142557"/>
                  </a:cubicBezTo>
                  <a:cubicBezTo>
                    <a:pt x="157257" y="128079"/>
                    <a:pt x="157257" y="104457"/>
                    <a:pt x="142652" y="89852"/>
                  </a:cubicBezTo>
                  <a:lnTo>
                    <a:pt x="63658" y="10858"/>
                  </a:lnTo>
                  <a:close/>
                </a:path>
              </a:pathLst>
            </a:custGeom>
            <a:solidFill>
              <a:srgbClr val="E3DBCD"/>
            </a:solid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473158" y="63500"/>
              <a:ext cx="1266488" cy="1895729"/>
            </a:xfrm>
            <a:custGeom>
              <a:avLst/>
              <a:gdLst/>
              <a:ahLst/>
              <a:cxnLst/>
              <a:rect r="r" b="b" t="t" l="l"/>
              <a:pathLst>
                <a:path h="1895729" w="1266488">
                  <a:moveTo>
                    <a:pt x="893870" y="74422"/>
                  </a:moveTo>
                  <a:cubicBezTo>
                    <a:pt x="1058208" y="74422"/>
                    <a:pt x="1191812" y="208026"/>
                    <a:pt x="1191812" y="372364"/>
                  </a:cubicBezTo>
                  <a:cubicBezTo>
                    <a:pt x="1191812" y="536702"/>
                    <a:pt x="1058208" y="670306"/>
                    <a:pt x="893870" y="670306"/>
                  </a:cubicBezTo>
                  <a:cubicBezTo>
                    <a:pt x="729532" y="670306"/>
                    <a:pt x="595928" y="536702"/>
                    <a:pt x="595928" y="372364"/>
                  </a:cubicBezTo>
                  <a:cubicBezTo>
                    <a:pt x="595928" y="208026"/>
                    <a:pt x="729532" y="74422"/>
                    <a:pt x="893870" y="74422"/>
                  </a:cubicBezTo>
                  <a:close/>
                  <a:moveTo>
                    <a:pt x="484168" y="931037"/>
                  </a:moveTo>
                  <a:cubicBezTo>
                    <a:pt x="525189" y="931037"/>
                    <a:pt x="558590" y="964438"/>
                    <a:pt x="558590" y="1005459"/>
                  </a:cubicBezTo>
                  <a:cubicBezTo>
                    <a:pt x="558590" y="1046480"/>
                    <a:pt x="525189" y="1079881"/>
                    <a:pt x="484168" y="1079881"/>
                  </a:cubicBezTo>
                  <a:cubicBezTo>
                    <a:pt x="443147" y="1079881"/>
                    <a:pt x="409746" y="1046480"/>
                    <a:pt x="409746" y="1005459"/>
                  </a:cubicBezTo>
                  <a:cubicBezTo>
                    <a:pt x="409746" y="964438"/>
                    <a:pt x="443147" y="931037"/>
                    <a:pt x="484168" y="931037"/>
                  </a:cubicBezTo>
                  <a:close/>
                  <a:moveTo>
                    <a:pt x="484422" y="372364"/>
                  </a:moveTo>
                  <a:cubicBezTo>
                    <a:pt x="496741" y="372364"/>
                    <a:pt x="509187" y="372872"/>
                    <a:pt x="521506" y="374015"/>
                  </a:cubicBezTo>
                  <a:cubicBezTo>
                    <a:pt x="522395" y="578104"/>
                    <a:pt x="688130" y="743839"/>
                    <a:pt x="892219" y="744728"/>
                  </a:cubicBezTo>
                  <a:cubicBezTo>
                    <a:pt x="900982" y="841756"/>
                    <a:pt x="874566" y="940435"/>
                    <a:pt x="817797" y="1019937"/>
                  </a:cubicBezTo>
                  <a:cubicBezTo>
                    <a:pt x="711879" y="1168146"/>
                    <a:pt x="649395" y="1342644"/>
                    <a:pt x="635933" y="1526794"/>
                  </a:cubicBezTo>
                  <a:lnTo>
                    <a:pt x="521379" y="1526794"/>
                  </a:lnTo>
                  <a:lnTo>
                    <a:pt x="521379" y="1149731"/>
                  </a:lnTo>
                  <a:cubicBezTo>
                    <a:pt x="585514" y="1133094"/>
                    <a:pt x="633139" y="1074801"/>
                    <a:pt x="633139" y="1005459"/>
                  </a:cubicBezTo>
                  <a:cubicBezTo>
                    <a:pt x="633139" y="923290"/>
                    <a:pt x="566337" y="856488"/>
                    <a:pt x="484168" y="856488"/>
                  </a:cubicBezTo>
                  <a:cubicBezTo>
                    <a:pt x="401999" y="856488"/>
                    <a:pt x="335197" y="923417"/>
                    <a:pt x="335197" y="1005586"/>
                  </a:cubicBezTo>
                  <a:cubicBezTo>
                    <a:pt x="335197" y="1074928"/>
                    <a:pt x="382695" y="1133221"/>
                    <a:pt x="446957" y="1149858"/>
                  </a:cubicBezTo>
                  <a:lnTo>
                    <a:pt x="446957" y="1527048"/>
                  </a:lnTo>
                  <a:lnTo>
                    <a:pt x="333673" y="1527048"/>
                  </a:lnTo>
                  <a:cubicBezTo>
                    <a:pt x="323259" y="1347216"/>
                    <a:pt x="260648" y="1173099"/>
                    <a:pt x="151301" y="1021080"/>
                  </a:cubicBezTo>
                  <a:cubicBezTo>
                    <a:pt x="27095" y="848233"/>
                    <a:pt x="55543" y="607187"/>
                    <a:pt x="222421" y="467868"/>
                  </a:cubicBezTo>
                  <a:cubicBezTo>
                    <a:pt x="296843" y="405765"/>
                    <a:pt x="389553" y="372491"/>
                    <a:pt x="484422" y="372491"/>
                  </a:cubicBezTo>
                  <a:close/>
                  <a:moveTo>
                    <a:pt x="297986" y="1601470"/>
                  </a:moveTo>
                  <a:cubicBezTo>
                    <a:pt x="713149" y="1601470"/>
                    <a:pt x="667683" y="1601470"/>
                    <a:pt x="671112" y="1601470"/>
                  </a:cubicBezTo>
                  <a:cubicBezTo>
                    <a:pt x="691305" y="1601851"/>
                    <a:pt x="707688" y="1618361"/>
                    <a:pt x="707688" y="1638681"/>
                  </a:cubicBezTo>
                  <a:cubicBezTo>
                    <a:pt x="707688" y="1659255"/>
                    <a:pt x="690924" y="1675892"/>
                    <a:pt x="670477" y="1675892"/>
                  </a:cubicBezTo>
                  <a:lnTo>
                    <a:pt x="297986" y="1675892"/>
                  </a:lnTo>
                  <a:cubicBezTo>
                    <a:pt x="277412" y="1675892"/>
                    <a:pt x="260775" y="1659128"/>
                    <a:pt x="260775" y="1638681"/>
                  </a:cubicBezTo>
                  <a:cubicBezTo>
                    <a:pt x="260775" y="1618234"/>
                    <a:pt x="277539" y="1601470"/>
                    <a:pt x="297986" y="1601470"/>
                  </a:cubicBezTo>
                  <a:close/>
                  <a:moveTo>
                    <a:pt x="589578" y="1750441"/>
                  </a:moveTo>
                  <a:cubicBezTo>
                    <a:pt x="574211" y="1793748"/>
                    <a:pt x="532809" y="1824863"/>
                    <a:pt x="484295" y="1824863"/>
                  </a:cubicBezTo>
                  <a:cubicBezTo>
                    <a:pt x="435781" y="1824863"/>
                    <a:pt x="394379" y="1793748"/>
                    <a:pt x="379012" y="1750441"/>
                  </a:cubicBezTo>
                  <a:close/>
                  <a:moveTo>
                    <a:pt x="893870" y="0"/>
                  </a:moveTo>
                  <a:cubicBezTo>
                    <a:pt x="713276" y="0"/>
                    <a:pt x="562273" y="129159"/>
                    <a:pt x="528491" y="299974"/>
                  </a:cubicBezTo>
                  <a:cubicBezTo>
                    <a:pt x="513759" y="298577"/>
                    <a:pt x="499027" y="297942"/>
                    <a:pt x="484295" y="297942"/>
                  </a:cubicBezTo>
                  <a:cubicBezTo>
                    <a:pt x="372154" y="297942"/>
                    <a:pt x="262553" y="337185"/>
                    <a:pt x="174669" y="410591"/>
                  </a:cubicBezTo>
                  <a:cubicBezTo>
                    <a:pt x="-22054" y="574802"/>
                    <a:pt x="-56344" y="859790"/>
                    <a:pt x="90849" y="1064514"/>
                  </a:cubicBezTo>
                  <a:cubicBezTo>
                    <a:pt x="192322" y="1205611"/>
                    <a:pt x="250234" y="1367282"/>
                    <a:pt x="259505" y="1533906"/>
                  </a:cubicBezTo>
                  <a:cubicBezTo>
                    <a:pt x="216833" y="1549654"/>
                    <a:pt x="186353" y="1590675"/>
                    <a:pt x="186353" y="1638808"/>
                  </a:cubicBezTo>
                  <a:cubicBezTo>
                    <a:pt x="186353" y="1700403"/>
                    <a:pt x="236518" y="1750568"/>
                    <a:pt x="298113" y="1750568"/>
                  </a:cubicBezTo>
                  <a:lnTo>
                    <a:pt x="301923" y="1750568"/>
                  </a:lnTo>
                  <a:cubicBezTo>
                    <a:pt x="316782" y="1823212"/>
                    <a:pt x="373932" y="1880616"/>
                    <a:pt x="446576" y="1895729"/>
                  </a:cubicBezTo>
                  <a:lnTo>
                    <a:pt x="522268" y="1895729"/>
                  </a:lnTo>
                  <a:cubicBezTo>
                    <a:pt x="594785" y="1880743"/>
                    <a:pt x="652062" y="1823339"/>
                    <a:pt x="666921" y="1750568"/>
                  </a:cubicBezTo>
                  <a:lnTo>
                    <a:pt x="670604" y="1750568"/>
                  </a:lnTo>
                  <a:cubicBezTo>
                    <a:pt x="732199" y="1750568"/>
                    <a:pt x="782364" y="1700403"/>
                    <a:pt x="782364" y="1638808"/>
                  </a:cubicBezTo>
                  <a:cubicBezTo>
                    <a:pt x="782364" y="1591183"/>
                    <a:pt x="752392" y="1550416"/>
                    <a:pt x="710228" y="1534414"/>
                  </a:cubicBezTo>
                  <a:cubicBezTo>
                    <a:pt x="722293" y="1363218"/>
                    <a:pt x="780205" y="1201039"/>
                    <a:pt x="878503" y="1063498"/>
                  </a:cubicBezTo>
                  <a:cubicBezTo>
                    <a:pt x="945686" y="969518"/>
                    <a:pt x="976928" y="852678"/>
                    <a:pt x="966514" y="737870"/>
                  </a:cubicBezTo>
                  <a:cubicBezTo>
                    <a:pt x="1137329" y="704088"/>
                    <a:pt x="1266488" y="553085"/>
                    <a:pt x="1266488" y="372491"/>
                  </a:cubicBezTo>
                  <a:cubicBezTo>
                    <a:pt x="1266234" y="167005"/>
                    <a:pt x="1099229" y="0"/>
                    <a:pt x="893870" y="0"/>
                  </a:cubicBezTo>
                  <a:close/>
                </a:path>
              </a:pathLst>
            </a:custGeom>
            <a:solidFill>
              <a:srgbClr val="E3DBCD"/>
            </a:solid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1190085" y="300879"/>
              <a:ext cx="354012" cy="270097"/>
            </a:xfrm>
            <a:custGeom>
              <a:avLst/>
              <a:gdLst/>
              <a:ahLst/>
              <a:cxnLst/>
              <a:rect r="r" b="b" t="t" l="l"/>
              <a:pathLst>
                <a:path h="270097" w="354012">
                  <a:moveTo>
                    <a:pt x="290227" y="10906"/>
                  </a:moveTo>
                  <a:lnTo>
                    <a:pt x="121063" y="180070"/>
                  </a:lnTo>
                  <a:lnTo>
                    <a:pt x="63659" y="122666"/>
                  </a:lnTo>
                  <a:cubicBezTo>
                    <a:pt x="49054" y="108188"/>
                    <a:pt x="25559" y="108188"/>
                    <a:pt x="10954" y="122666"/>
                  </a:cubicBezTo>
                  <a:cubicBezTo>
                    <a:pt x="-3651" y="137144"/>
                    <a:pt x="-3651" y="160766"/>
                    <a:pt x="10954" y="175371"/>
                  </a:cubicBezTo>
                  <a:lnTo>
                    <a:pt x="94774" y="259191"/>
                  </a:lnTo>
                  <a:cubicBezTo>
                    <a:pt x="109379" y="273796"/>
                    <a:pt x="132874" y="273669"/>
                    <a:pt x="147479" y="259191"/>
                  </a:cubicBezTo>
                  <a:lnTo>
                    <a:pt x="343059" y="63611"/>
                  </a:lnTo>
                  <a:cubicBezTo>
                    <a:pt x="357664" y="49006"/>
                    <a:pt x="357664" y="25511"/>
                    <a:pt x="343059" y="10906"/>
                  </a:cubicBezTo>
                  <a:cubicBezTo>
                    <a:pt x="328454" y="-3699"/>
                    <a:pt x="304959" y="-3572"/>
                    <a:pt x="290354" y="10906"/>
                  </a:cubicBezTo>
                  <a:close/>
                </a:path>
              </a:pathLst>
            </a:custGeom>
            <a:solidFill>
              <a:srgbClr val="E3DBCD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63500" y="63500"/>
              <a:ext cx="1899411" cy="1899412"/>
            </a:xfrm>
            <a:custGeom>
              <a:avLst/>
              <a:gdLst/>
              <a:ahLst/>
              <a:cxnLst/>
              <a:rect r="r" b="b" t="t" l="l"/>
              <a:pathLst>
                <a:path h="1899412" w="1899411">
                  <a:moveTo>
                    <a:pt x="0" y="1899412"/>
                  </a:moveTo>
                  <a:lnTo>
                    <a:pt x="1899411" y="1899412"/>
                  </a:lnTo>
                  <a:lnTo>
                    <a:pt x="1899411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sp>
        <p:nvSpPr>
          <p:cNvPr name="Freeform 17" id="17"/>
          <p:cNvSpPr/>
          <p:nvPr/>
        </p:nvSpPr>
        <p:spPr>
          <a:xfrm flipH="false" flipV="false" rot="0">
            <a:off x="11705606" y="4824755"/>
            <a:ext cx="4364650" cy="2800579"/>
          </a:xfrm>
          <a:custGeom>
            <a:avLst/>
            <a:gdLst/>
            <a:ahLst/>
            <a:cxnLst/>
            <a:rect r="r" b="b" t="t" l="l"/>
            <a:pathLst>
              <a:path h="2800579" w="4364650">
                <a:moveTo>
                  <a:pt x="0" y="0"/>
                </a:moveTo>
                <a:lnTo>
                  <a:pt x="4364650" y="0"/>
                </a:lnTo>
                <a:lnTo>
                  <a:pt x="4364650" y="2800579"/>
                </a:lnTo>
                <a:lnTo>
                  <a:pt x="0" y="280057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728320" y="903770"/>
            <a:ext cx="8808777" cy="23113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665"/>
              </a:lnSpc>
            </a:pPr>
            <a:r>
              <a:rPr lang="en-US" sz="11904">
                <a:solidFill>
                  <a:srgbClr val="E3DBCD"/>
                </a:solidFill>
                <a:latin typeface="Bahir"/>
                <a:ea typeface="Bahir"/>
                <a:cs typeface="Bahir"/>
                <a:sym typeface="Bahir"/>
              </a:rPr>
              <a:t>CONCLUSIONES Y REPASO 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132027" y="4168835"/>
            <a:ext cx="14557724" cy="29762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374"/>
              </a:lnSpc>
            </a:pPr>
            <a:r>
              <a:rPr lang="en-US" sz="2199">
                <a:solidFill>
                  <a:srgbClr val="E3DBCD"/>
                </a:solidFill>
                <a:latin typeface="Open Sauce"/>
                <a:ea typeface="Open Sauce"/>
                <a:cs typeface="Open Sauce"/>
                <a:sym typeface="Open Sauce"/>
              </a:rPr>
              <a:t>Como conclusión, la sostenibilidad requiere tener en cuenta el medioambiente, la economía y la sociedad, además de una gestión responsable y transparente.</a:t>
            </a:r>
          </a:p>
          <a:p>
            <a:pPr algn="just">
              <a:lnSpc>
                <a:spcPts val="3374"/>
              </a:lnSpc>
            </a:pPr>
            <a:r>
              <a:rPr lang="en-US" sz="2199">
                <a:solidFill>
                  <a:srgbClr val="E3DBCD"/>
                </a:solidFill>
                <a:latin typeface="Open Sauce"/>
                <a:ea typeface="Open Sauce"/>
                <a:cs typeface="Open Sauce"/>
                <a:sym typeface="Open Sauce"/>
              </a:rPr>
              <a:t>Los criterios ASG ayudan a las empresas a evaluar estos aspectos, mientras que los indicadores permiten comprobar los resultados con datos reales. No basta con prometer que se va a mejorar: hay que medir los cambios y revisar si las medidas funcionan.</a:t>
            </a:r>
          </a:p>
          <a:p>
            <a:pPr algn="just">
              <a:lnSpc>
                <a:spcPts val="3374"/>
              </a:lnSpc>
            </a:pPr>
            <a:r>
              <a:rPr lang="en-US" sz="2199">
                <a:solidFill>
                  <a:srgbClr val="E3DBCD"/>
                </a:solidFill>
                <a:latin typeface="Open Sauce"/>
                <a:ea typeface="Open Sauce"/>
                <a:cs typeface="Open Sauce"/>
                <a:sym typeface="Open Sauce"/>
              </a:rPr>
              <a:t>En nuestro futuro como desarrolladores, podemos contribuir creando aplicaciones eficientes, accesibles, seguras y fáciles de mantener.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E100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3533" cy="10287000"/>
            <a:chOff x="0" y="0"/>
            <a:chExt cx="24378044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78031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78031">
                  <a:moveTo>
                    <a:pt x="0" y="0"/>
                  </a:moveTo>
                  <a:lnTo>
                    <a:pt x="24378031" y="0"/>
                  </a:lnTo>
                  <a:lnTo>
                    <a:pt x="24378031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11333" r="0" b="-11322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3352790" y="3087853"/>
            <a:ext cx="11814038" cy="48927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266"/>
              </a:lnSpc>
            </a:pPr>
            <a:r>
              <a:rPr lang="en-US" sz="20669">
                <a:solidFill>
                  <a:srgbClr val="E3DBCD"/>
                </a:solidFill>
                <a:latin typeface="Bahir"/>
                <a:ea typeface="Bahir"/>
                <a:cs typeface="Bahir"/>
                <a:sym typeface="Bahir"/>
              </a:rPr>
              <a:t>MUCHAS GRACIAS POR SU ATENCIÓN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DAHZSZ6LiOE</dc:identifier>
  <dcterms:modified xsi:type="dcterms:W3CDTF">2011-08-01T06:04:30Z</dcterms:modified>
  <cp:revision>1</cp:revision>
  <dc:title>presentacion samuele y adrian.pdf</dc:title>
</cp:coreProperties>
</file>